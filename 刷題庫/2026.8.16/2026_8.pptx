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57" r:id="rId4"/>
    <p:sldId id="261" r:id="rId5"/>
    <p:sldId id="270" r:id="rId6"/>
    <p:sldId id="269" r:id="rId7"/>
    <p:sldId id="265" r:id="rId8"/>
    <p:sldId id="258" r:id="rId9"/>
    <p:sldId id="271" r:id="rId10"/>
    <p:sldId id="272" r:id="rId11"/>
    <p:sldId id="266" r:id="rId12"/>
    <p:sldId id="259" r:id="rId13"/>
    <p:sldId id="268" r:id="rId14"/>
    <p:sldId id="275" r:id="rId15"/>
    <p:sldId id="276" r:id="rId16"/>
    <p:sldId id="267" r:id="rId17"/>
    <p:sldId id="260" r:id="rId18"/>
    <p:sldId id="273" r:id="rId19"/>
    <p:sldId id="277" r:id="rId20"/>
    <p:sldId id="27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292" autoAdjust="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8-15T06:02:50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17092 8555 0,'0'-18'0,"-18"18"62,18 18-46,-17-18-16,-1 0 16,18 17-16,-35 1 15,-36-18 1,1 0 0,-71-18-1,35-17 16,18 0-15,17-36 0,18-17-1,36-18 1,17-17 0,0 105-16,35-70 15,-35 70-15,53-70 16,35 0-1,0 17 1,-70 54-16,70-18 16,-18 17-1,19 0 1,-72 18-16,36 0 16,-35 18-16,52 0 15,-17-1 16,-35-17-31,0 18 16,-1-18-16,1 17 16,0-17-1,-18 18 1,17 0 0,18 17-1,-17 18 1,0 0-1,-1 17 1,1 1 0,-18 17-1,0 0 1,0 1 0,-18-1-1,1-18 16,-1-52-31,0 17 16,1 0 0,-18-35-1,17 0 1,-17-17 0</inkml:trace>
  <inkml:trace contextRef="#ctx0" brushRef="#br0" timeOffset="1866.06">15593 8273 0,'70'-18'32,"-17"18"-17,53 0 1,53-18 0,35 1-1,-18-1 1,-35 18-1,-70 0 1,-53 18 0,-54-1-1,19-17 1</inkml:trace>
  <inkml:trace contextRef="#ctx0" brushRef="#br0" timeOffset="2099.84">16281 7902 0,'35'35'0,"-17"-17"0,17 17 16,53 54 0,-35-1-1,-53 0 1,-18-70-16,-35 70 15,1-53 1,34-35-16,-17 18 16,17-18-16,0-18 15</inkml:trace>
  <inkml:trace contextRef="#ctx0" brushRef="#br0" timeOffset="2699.59">17022 7444 0,'0'35'16,"0"53"-1,-18 36 1,0 34 0,18-122-16,0 69 15,0-52 16,-17-35-15,-1-18-16</inkml:trace>
  <inkml:trace contextRef="#ctx0" brushRef="#br0" timeOffset="2965.38">16863 7867 0,'-36'53'16,"54"17"0,17-17-1,18-35 1,36-18 0,-1-35-1,0-36 16,-18 18-15,-34 18 0,-19 35-16</inkml:trace>
  <inkml:trace contextRef="#ctx0" brushRef="#br0" timeOffset="3865.56">12435 7020 0,'0'36'0,"-17"16"15,-1 37 1,18 16-1,0 1 1,18-17 0,-18-54-1</inkml:trace>
  <inkml:trace contextRef="#ctx0" brushRef="#br0" timeOffset="4182.08">12647 7144 0,'0'0'0,"0"53"15,0-36-15,0 54 16,53 17 0,18-53-1,-19-35 1,-34-17-16,17-36 15,-17-18 1,-36 18 0,-35-17-1,1 34 1,-19 36 0,36 18-1,17 17 16</inkml:trace>
  <inkml:trace contextRef="#ctx0" brushRef="#br0" timeOffset="4615.56">13017 7232 0,'36'0'16,"17"-18"-1,17 1 1,1-1-1,-18 18 1,-36 0-16,1 18 16,-36-18 15</inkml:trace>
  <inkml:trace contextRef="#ctx0" brushRef="#br0" timeOffset="4815.62">13247 7038 0,'-35'0'0,"35"18"15,0 70 1,0-71-16,17 107 16,1-36-1,-1-35 1,-17-53-1</inkml:trace>
  <inkml:trace contextRef="#ctx0" brushRef="#br0" timeOffset="5215.41">13758 6985 0,'0'0'16,"0"18"0,-17 35-1,-19-1 1,1 37 0,17-1-1,1-35 16,-1-36-15,1-17 0</inkml:trace>
  <inkml:trace contextRef="#ctx0" brushRef="#br0" timeOffset="5482.43">13547 7091 0,'0'-18'15,"17"36"1,1-1 0,0-17-16,17 53 15,18 0 16,-18-17-15,0-1 0,1 0-1,-36-17-15</inkml:trace>
  <inkml:trace contextRef="#ctx0" brushRef="#br0" timeOffset="5731.68">13952 7161 0,'-17'141'31,"34"-35"-15,1-35 15,0-18-15,-36-53-1</inkml:trace>
  <inkml:trace contextRef="#ctx0" brushRef="#br0" timeOffset="6648.85">14146 7267 0,'0'18'0,"36"-36"15,-1 18 1,35 0-1,1-35 1,0 17 0,-36 1-1,-35 34 1,0 19 0,-18-19-1</inkml:trace>
  <inkml:trace contextRef="#ctx0" brushRef="#br0" timeOffset="6915.5">14252 7479 0,'18'0'16,"-1"0"0,54-18-1,-18 18 1,18-17 0,-54-1-16,18 18 15,-17-18 1</inkml:trace>
  <inkml:trace contextRef="#ctx0" brushRef="#br0" timeOffset="9032.04">14993 7020 0,'-35'0'0,"35"18"0,-18-18 0,0 35 16,1 36 0,-1 17-1,1-18 1,-19-17 0,19-17-1,-1-54-15</inkml:trace>
  <inkml:trace contextRef="#ctx0" brushRef="#br0" timeOffset="9265.36">14728 7020 0,'18'18'0,"53"105"31,-36-52-15,-17-36-16,17 18 15,0 18 1,-17-36 0</inkml:trace>
  <inkml:trace contextRef="#ctx0" brushRef="#br0" timeOffset="9698.68">15064 7232 0,'17'0'0,"19"18"16,16 17 0,-34-18-1,-18 19 1,-35-1 0,0-17-1,17-1 1,0 1-1,54-36 17,16 18-17,1-17 1,0 17 0,-17 0-1,-19 0 16,-17 35-15,-17-17-16</inkml:trace>
  <inkml:trace contextRef="#ctx0" brushRef="#br0" timeOffset="11767.51">18045 9402 0,'-18'0'0,"18"17"0,-18 1 16,-17-1 0,0 1-1,-18-18 16,-18-18-15,-17-17 0,18 0-1,17 0 1,0-18 0,35 0-1,0 0 1,18-18-1,18 1 1,-18 52-16,18-35 16,17-35-1,18 17 1,17 1 0,-52 70-16,35-35 15,18 35 16,-19 0-15,19 17 0,-18 19-1,0-19 1,-36 1-16,19 17 16,-1 18-1,-35-18 1,18 36-1,-18-18 1,0 0 0,-18 0-1,0-1 1,-17 1 0,0-17-1,17-19 1,-17-17 15,17 0-15,1 0 31,-1 0-32</inkml:trace>
  <inkml:trace contextRef="#ctx0" brushRef="#br0" timeOffset="15081.85">12594 8731 0,'-17'0'0,"17"36"16,-36 16 0,19 37-1,-19 16 1,1 1 0,0-35-1,35-54-15,-18 19 16,0-19-1</inkml:trace>
  <inkml:trace contextRef="#ctx0" brushRef="#br0" timeOffset="15331.92">12347 8872 0,'18'-17'0,"17"52"31,36 71-15,-36-36 0,18 1-1,-35-53-15,-1 17 16,1 35-1,-1-52 1</inkml:trace>
  <inkml:trace contextRef="#ctx0" brushRef="#br0" timeOffset="15781.08">12700 9031 0,'88'53'15,"-70"-18"1,-18 18 0,-18 0-1,1-35 1,-19-18 0,19 17-1,34-17 32,19 0-31,-19 0-16,18 0 15,18 0 1,-35 0-16,0 0 16,17 18-1,-35-36-15</inkml:trace>
  <inkml:trace contextRef="#ctx0" brushRef="#br0" timeOffset="16465.37">13141 8978 0,'106'-17'31,"-53"-1"-15,-18 18 0,-17 0-1,-1 0 16,-17 18 1</inkml:trace>
  <inkml:trace contextRef="#ctx0" brushRef="#br0" timeOffset="16864.79">13229 9137 0,'18'-18'0,"-1"18"15,19 0 1,-1-17 0,0 17-1,1 0 1,-19 0-1,1-18 1,-1 18 0,-34 53-1,-1-53 1</inkml:trace>
  <inkml:trace contextRef="#ctx0" brushRef="#br0" timeOffset="19848.28">13794 8925 0,'35'18'0,"-17"0"16,34 70 15,-52-18-15,-17-34 15,-1-1-15,1-35-16,17 17 15,17-34 17,18-36-17,1 0 1,17 18-1,-36 17 1,19 53 0,-19 1-1,36 17 1,-18-36 0,36-17-1,-36-17 16,0-19-15,-17 1 0,-18 0-1,0 17-15,-18-17 16,-34 17 0,16 18-1,19 0-15,-19 18 16,-17-1-1,36-17 1</inkml:trace>
  <inkml:trace contextRef="#ctx0" brushRef="#br0" timeOffset="20531.63">14429 9049 0,'17'0'16,"19"0"-1,-19 0 16,1 0-31,17-18 16,18 0 0,-18 1-1,-17 17 1,-18-18-16,0 36 16,-18-18-1</inkml:trace>
  <inkml:trace contextRef="#ctx0" brushRef="#br0" timeOffset="20947.89">14552 8908 0,'0'17'31,"18"36"-15,-18-18-16,0 18 16,17 0-1,1-17 16</inkml:trace>
  <inkml:trace contextRef="#ctx0" brushRef="#br0" timeOffset="21331.58">15011 8819 0,'-18'-17'0,"18"34"0,-18-17 15,1 36 1,17 34 0,-18 1-1,18-18 1,-18-36-16,18 1 15,-17 17 1</inkml:trace>
  <inkml:trace contextRef="#ctx0" brushRef="#br0" timeOffset="21547.4">14817 8837 0,'0'-18'0,"17"18"16,1 36-1,17 34 1,18 1 0,0-1-1,-18-17 1,-17-35-1</inkml:trace>
  <inkml:trace contextRef="#ctx0" brushRef="#br0" timeOffset="22281.77">15134 8996 0,'18'0'16,"-1"0"15,19 0-15,-19 0 0,1 0-1,0 35 1,-36 18-1,0 0 1,18-18 0,18-17-1,17-18 1,1 0 0,-1 0-1,-35 17 16,-18 36-15,1 0 0,-1 0-1,18-35 1,-18 0 0,1-54-1,17 19 1</inkml:trace>
  <inkml:trace contextRef="#ctx0" brushRef="#br0" timeOffset="26480.85">12788 9666 0,'-17'18'0,"-1"-1"16,0 19-1,18-19-15,-17 19 16,-1-1 0,0 35 15,1-17-16,17-35-15,-18 35 16,0-18 0</inkml:trace>
  <inkml:trace contextRef="#ctx0" brushRef="#br0" timeOffset="26764.27">12612 9666 0,'35'0'32,"0"18"-17,18 35 16,-17 17-15,-1-35 0,18 1-1,-18-19 1,-17-34 0</inkml:trace>
  <inkml:trace contextRef="#ctx0" brushRef="#br0" timeOffset="27780.94">13017 9807 0,'18'18'0,"0"-18"16,-1 17-1,-17 1 1,0 17-1,0 1 1,0-19 0,18 1-1,35 0 1,0-1 0,-35 1-1,-18 17 16,-18 18-15,-17-18 0,-1-17-1,19-18 1,-1-18 0,0 1-1</inkml:trace>
  <inkml:trace contextRef="#ctx0" brushRef="#br0" timeOffset="31281.14">13441 9842 0,'17'0'15,"19"0"17,-1 0-17,0 0 16,18-17-15,-35 17 0,-1 0-1,-34 0 32</inkml:trace>
  <inkml:trace contextRef="#ctx0" brushRef="#br0" timeOffset="31616.28">13529 10019 0,'18'0'0,"-1"0"16,19 0-1,-1 0 1,0 0-1,-35-18-15,35 18 16,-17-17 0,0 17-1,-1 17 1</inkml:trace>
  <inkml:trace contextRef="#ctx0" brushRef="#br0" timeOffset="32030.78">14146 9790 0,'0'17'16,"0"18"0,0 18-1,18 18 1,0-18 0,-1-18-1,-17-17 1</inkml:trace>
  <inkml:trace contextRef="#ctx0" brushRef="#br0" timeOffset="32396.86">14305 9984 0,'71'70'31,"-54"-52"-16,54-18 1,-36-18 0,0-17-1,-17 0 1,-18-1 0,0 19-16,-18-1 15,1 0 1,-36 18-1,-18 18 1,54-18-16,-19 0 16,1 0-1</inkml:trace>
  <inkml:trace contextRef="#ctx0" brushRef="#br0" timeOffset="32863.05">14746 9895 0,'18'0'15,"35"-17"1,0-1-1,-1 0 1,-16 18 0,-36 18-1</inkml:trace>
  <inkml:trace contextRef="#ctx0" brushRef="#br0" timeOffset="33063.93">14852 9772 0,'-35'18'0,"35"17"16,17 35 0,1-52-16,0 53 15,-1-54-15,1 36 16,17 0-1,-35-35-15,18-18 16</inkml:trace>
  <inkml:trace contextRef="#ctx0" brushRef="#br0" timeOffset="33447.26">15399 9631 0,'-18'17'15,"18"54"1,-18-18 0,18 17-1,-17-17 16,-1 0-15,1-35-16</inkml:trace>
  <inkml:trace contextRef="#ctx0" brushRef="#br0" timeOffset="33681.94">15134 9737 0,'35'0'31,"-17"0"-31,35 88 16,0-18-1,-18 19 16,0-19-15</inkml:trace>
  <inkml:trace contextRef="#ctx0" brushRef="#br0" timeOffset="34047.01">15505 9878 0,'-18'53'31,"36"-36"-16,17 1 1,-18-18 0,19 0-1,-1 0 1,0-18 0,-17 18-1</inkml:trace>
  <inkml:trace contextRef="#ctx0" brushRef="#br0" timeOffset="34264.83">15628 9842 0,'-18'0'15,"18"18"1,18 35 0,-18-18-16,18 54 15,-1-54-15,1 53 16,17 18 0,-35-89-16,-17 19 15</inkml:trace>
  <inkml:trace contextRef="#ctx0" brushRef="#br0" timeOffset="34847.03">15293 10125 0,'18'-18'16,"-18"0"-1,17-34 1,1 16-1,-1 1 1</inkml:trace>
  <inkml:trace contextRef="#ctx0" brushRef="#br0" timeOffset="40163.5">12771 10460 0,'35'-18'32,"0"36"-17,-17 17 1,-1 18 0,-17 0-1,0-18 16,-17-17-15,-1 0 0,0-18-1,36 0 17,0-18-17,17 0 1,18 1-1,-35-1-15,17 18 16,-18 0-16,1-18 16,17 1-1,-35 34 1,18 1 0,0 17-1,17 1 1,-35-19-1,35 1 1,-17-36 0,0 18-1,-1-17 1,-17-19 0,0 36-1,0-17-15,0-1 16,-35 18-1,0-18 1,-1 18 0,1 0-1,17-17 1,1-1 0,17 18-1</inkml:trace>
  <inkml:trace contextRef="#ctx0" brushRef="#br0" timeOffset="40780.18">13476 10619 0,'71'-18'16,"-18"0"0,-1 18-1,-16 0 1,-19 18 0</inkml:trace>
  <inkml:trace contextRef="#ctx0" brushRef="#br0" timeOffset="40996.83">13564 10460 0,'-17'35'16,"52"36"15,0 17-15,0-18-1,-35-34 1,0-19 0</inkml:trace>
  <inkml:trace contextRef="#ctx0" brushRef="#br0" timeOffset="41563.33">14041 10407 0,'0'18'0,"-18"-1"16,18 36-1,-35 0 1,17-18 0,18 1-1,-18-36-15,1 35 16,-19-17-1</inkml:trace>
  <inkml:trace contextRef="#ctx0" brushRef="#br0" timeOffset="41814.08">13864 10477 0,'18'0'32,"-1"18"-17,36 35 1,0 0 0,0 0-1,-35-35 1,-1-1-1</inkml:trace>
  <inkml:trace contextRef="#ctx0" brushRef="#br0" timeOffset="42263.38">14235 10548 0,'-36'53'15,"36"-18"1,18 1 0,0-19-1,17-17 16,18 0-15,-18 0 0,18 0-1,-35-17 1,-1 17 0</inkml:trace>
  <inkml:trace contextRef="#ctx0" brushRef="#br0" timeOffset="42496.28">14358 10495 0,'-18'0'0,"1"53"31,52 18-15,-17 17 0,17-18-1,-17-17 1</inkml:trace>
  <inkml:trace contextRef="#ctx0" brushRef="#br0" timeOffset="43130.04">14711 10583 0,'35'-17'31,"-17"17"-31,52-18 15,-34 0 1,-1 18 0,-35-17-1,0 34-15,-35 1 16</inkml:trace>
  <inkml:trace contextRef="#ctx0" brushRef="#br0" timeOffset="43413.45">14728 10689 0,'36'0'31,"17"0"-15,-18 0-1,0-17 1,-17 17-16,-1 0 16,1 0 15</inkml:trace>
  <inkml:trace contextRef="#ctx0" brushRef="#br0" timeOffset="44980.31">15381 10460 0,'0'-18'0,"-18"36"62,18 17-46,0-17-16,-17 52 16,-1-17 15,1 18-16,17-54-15,-18 36 16,0-35 0,18-18-1</inkml:trace>
  <inkml:trace contextRef="#ctx0" brushRef="#br0" timeOffset="45213.42">15187 10530 0,'0'-17'31,"53"52"-15,18 36-1,-19-1 16,19 1-15,-36-36 0</inkml:trace>
  <inkml:trace contextRef="#ctx0" brushRef="#br0" timeOffset="45479.95">15628 10601 0,'0'53'31,"0"35"0,18-17-15,-1-1 0,-17-17-1,0-35-15</inkml:trace>
  <inkml:trace contextRef="#ctx0" brushRef="#br0" timeOffset="47979.46">11871 7391 0,'-18'0'0,"1"-18"0,-19 18 15,-17 18 1,1-18-1,-1 17 1,-18 1 0,1 0-1,17 35 1,0 17 0,17 1 15,19-18-16,17-1 1,35 19 0,36-18-1,-18 17 1,-1 19 0,19 17-1,-36-1 1,1 1-1,-19-71-15,1 36 16,-18-53-16,17 70 16,-17 18-1,0-89-15,0 72 16,-17 16 0,-18-16-1,-1-19 16,19-52-31,-19 17 16,1-17 0,0-1-1,-18 36 1,35-18 0,1-17-1,34-18 32,19 0-31,16 0-1,1 18 1,-17-1 0,-1 1 15,0 0-16,-17 17 1,17 18 0,-17 0-1,-18-36-15,17 36 16,1-17 0,-18-19-16,0 19 15,18 52 1,-1 0-1,-17-35 1,0-36-16,18 72 16,0-19-1,-18 18 1,17-17 0,1 17-1,-18-17 16,18-18-15,-1-18 0,1 18-1,-1 0 1,1 0 0,0 0-1,-18-36-15,17 1 16,1 17-1,0 0 1,-1-17 0,1 0-1,17 17 1,0-17 0,1-1-1,-19 1 16,36 0-15,0-1 0,-35-17-1,-1-17-15</inkml:trace>
  <inkml:trace contextRef="#ctx0" brushRef="#br0" timeOffset="55029.18">22031 7161 0,'18'-35'32,"-36"35"-17,18 53 16,-18-35-31,1 70 16,-19 18 0,19-36-1,-19 18 1,19-35 0,-1-53-1</inkml:trace>
  <inkml:trace contextRef="#ctx0" brushRef="#br0" timeOffset="55278.74">21837 7250 0,'0'0'0,"18"-18"31,17 53-15,18 36 0,0-1-1,0 1 1,-53-53-16,35 17 16,-35-18-16,18 1 15</inkml:trace>
  <inkml:trace contextRef="#ctx0" brushRef="#br0" timeOffset="55529.59">22207 7320 0,'0'53'16,"0"-35"-16,0 52 15,18 54 1,-18-54 0,18-34-1,-18-19-15</inkml:trace>
  <inkml:trace contextRef="#ctx0" brushRef="#br0" timeOffset="60862.66">22648 7602 0,'18'0'16,"17"0"0,18-17-1,18-1 1,-36 0-1,-17 18-15,17 0 16,18-17 0,-53 34-1</inkml:trace>
  <inkml:trace contextRef="#ctx0" brushRef="#br0" timeOffset="61262.41">23319 7179 0,'-18'35'0,"0"53"31,1 1-15,17-72-16,17 36 16,-17-35-16,0 35 15,-17 0 1,-1-53-16,0 17 16</inkml:trace>
  <inkml:trace contextRef="#ctx0" brushRef="#br0" timeOffset="61494.83">23125 7267 0,'35'18'31,"0"17"-16,18 36 1,-18-18 0,-35-36-16,36 36 15,-1 0 1</inkml:trace>
  <inkml:trace contextRef="#ctx0" brushRef="#br0" timeOffset="61962.39">23601 7426 0,'17'0'0,"-34"0"0,70 18 16,-36 17-1,-17 18 1,-17 17-1,-1-34 1,0-19 0,1-17-1,34 0 1,1-17 0,17 17 15,36-18-16,-18 0 1,-36 18 0,1 0-16,0 0 15</inkml:trace>
  <inkml:trace contextRef="#ctx0" brushRef="#br0" timeOffset="62562.16">24130 7391 0,'35'0'0,"-17"-18"16,52 0-1,-17-17 1,0 17 0,-35 18-1,-18-17 1,-18 34-1,1 1 1</inkml:trace>
  <inkml:trace contextRef="#ctx0" brushRef="#br0" timeOffset="62779.4">24201 7497 0,'17'17'0,"1"1"16,35-36-1,17-17 1,1 0 0,-36 52-1</inkml:trace>
  <inkml:trace contextRef="#ctx0" brushRef="#br0" timeOffset="63112.38">24659 7126 0,'-17'53'0,"-1"0"16,18 35-1,0 18 1,18-35 0,-18-19-1,17-34 1</inkml:trace>
  <inkml:trace contextRef="#ctx0" brushRef="#br0" timeOffset="63478.39">24800 7444 0,'36'35'0,"-19"-17"16,54 17-1,-1-35 1,-34 0-1,-19 0-15,18-18 16,-35 1 0,0-36-1,-17 17 1,-36 1 0,18 17 15,-18 36-16,0 17 1,18 1 0,17-1-1</inkml:trace>
  <inkml:trace contextRef="#ctx0" brushRef="#br0" timeOffset="64795.13">22119 8167 0,'0'17'0,"-17"1"16,-1 17 0,0 18-1,-17 18 1,17-18 0,1 35-1,-19-53 1,19-35-1</inkml:trace>
  <inkml:trace contextRef="#ctx0" brushRef="#br0" timeOffset="65028.2">21907 8220 0,'0'0'0,"0"17"16,36 19 0,-1 17-1,18 17 1,-18-17 0,1 0-1,-1-35 1</inkml:trace>
  <inkml:trace contextRef="#ctx0" brushRef="#br0" timeOffset="65495.17">22313 8361 0,'18'17'15,"17"-17"1,0 0 0,-17 0-16,0 18 15,-1 17 1,-34 1-1,-1-1 1,-17-17 0,17-1-1,0-17-15,54 0 47,-1 0-16,18-17-15,0-1 0,0 36-1,0-1 1</inkml:trace>
  <inkml:trace contextRef="#ctx0" brushRef="#br0" timeOffset="65995.39">22895 8378 0,'71'0'15,"-54"0"1,36-17 0,36 17-1,-72 17 1,1-17 0</inkml:trace>
  <inkml:trace contextRef="#ctx0" brushRef="#br0" timeOffset="66945.02">23601 8167 0,'0'17'0,"-18"-17"0,18 18 15,-53 88 1,18-18 0,17-17-1,1-36 16,-19-17-15,19-36-16</inkml:trace>
  <inkml:trace contextRef="#ctx0" brushRef="#br0" timeOffset="67195.61">23389 8220 0,'35'35'16,"18"18"0,0 35 15,-35-70-31,35 52 15,-18-34 1,-17-19-16,-1-17 16</inkml:trace>
  <inkml:trace contextRef="#ctx0" brushRef="#br0" timeOffset="67877.59">23795 8237 0,'17'0'31,"19"18"0,-19-18-15,1 18-1,0-18 1,-18 35 0,-18 0 15,0 0-16,18 1 1,18-19 0,17 1-1,1-36 1,-1 18 0,-17 0-16,-18 18 15,-18 0 1,0-18-16,1 35 15,-1-35-15,-17 35 16,-1-17 0,19-18-1,17-18 1,0 1 0</inkml:trace>
  <inkml:trace contextRef="#ctx0" brushRef="#br0" timeOffset="68378.48">24306 8273 0,'18'17'15,"17"-34"1,36 17-1,-71-18-15,53 18 16,-18 0 0,-17-18-1,-36 54 1,0-36 0</inkml:trace>
  <inkml:trace contextRef="#ctx0" brushRef="#br0" timeOffset="68562.77">24412 8467 0,'18'0'16,"35"0"-1,0-18 1,17 0-1,-17 18 1</inkml:trace>
  <inkml:trace contextRef="#ctx0" brushRef="#br0" timeOffset="69295.09">25012 8184 0,'35'18'31,"-35"35"-15,0 0 15,-17-18-16,17 0 1,0-17 0,35-18-1,-18-18 1,19 1 0,-36-1-16,17-17 15,1 35 1,0 18-1,35 17 1,-18 0 0,0-35-1,-17 0-15,35 0 16,-36-35 0,1-18 15,-36 0-16,-17 18 1,0 17 0,0 36-1,-1 17 1,1 0 0,17 1-1,1-19 1</inkml:trace>
  <inkml:trace contextRef="#ctx0" brushRef="#br0" timeOffset="70711.81">22260 8943 0,'0'18'47,"-35"52"-15,35-52-32,-53 105 31,35-52-16,-17-36 1,0 18 0,35-35-16</inkml:trace>
  <inkml:trace contextRef="#ctx0" brushRef="#br0" timeOffset="70961.5">22066 9084 0,'53'53'31,"71"70"0,-71-34-15,-36-54 0</inkml:trace>
  <inkml:trace contextRef="#ctx0" brushRef="#br0" timeOffset="71578.28">22419 9155 0,'18'0'0,"-1"0"15,1 17 1,0 1-1,-1 17 1,-17-17 0,0-1-1,-35 19 1,35-19 0,0 1 15,18 0-16,-1-18 1,1 17 0,-1 1-1,-34 0 1,17-1-16,-18 1 16,-35 17-1,18-17 1,17-18-1,18-18 1</inkml:trace>
  <inkml:trace contextRef="#ctx0" brushRef="#br0" timeOffset="75578.36">24342 7179 0,'17'0'0,"1"-18"15,17 18 1,0-17 0,1 17-1,-1 0 1,-17 0-1,-1 0 1</inkml:trace>
  <inkml:trace contextRef="#ctx0" brushRef="#br0" timeOffset="78827.83">22895 9349 0,'0'-18'0,"18"18"15,35 0 1,17 0 0,1 0-1,-1 0 1,-34 18-1,-19-18 1</inkml:trace>
  <inkml:trace contextRef="#ctx0" brushRef="#br0" timeOffset="79244.34">23760 9102 0,'0'17'16,"-36"54"15,36-54-31,-17 72 15,-19-1 1,36-35 0,-35 17-1,0-70 1,17-17-16</inkml:trace>
  <inkml:trace contextRef="#ctx0" brushRef="#br0" timeOffset="79477.63">23530 9119 0,'53'53'31,"-35"0"-15,52 18-1,1-18 1,-36 0 0,0-18-1</inkml:trace>
  <inkml:trace contextRef="#ctx0" brushRef="#br0" timeOffset="79811.66">24007 9172 0,'-18'0'0,"0"18"15,1 17 1,17-17-16,17 35 16,19 0-1,16-18 1,19-17 0,-53-18-16,35-18 15,-18 0 1,-18 1-1,-34-19 1</inkml:trace>
  <inkml:trace contextRef="#ctx0" brushRef="#br0" timeOffset="80027.64">24130 9137 0,'-35'18'16,"35"52"-1,17 36 1,19-18 0,-36 0-1,17-52 1</inkml:trace>
  <inkml:trace contextRef="#ctx0" brushRef="#br0" timeOffset="80645.75">24536 9296 0,'35'0'0,"0"-18"16,18 0 0,0 1-1,0 17 1,-53 17 15</inkml:trace>
  <inkml:trace contextRef="#ctx0" brushRef="#br0" timeOffset="80911.27">24624 9437 0,'18'0'0,"17"-18"31,0 1-15,-17-1 0,35 18-16,-53-18 15,35 18 1,0 0-16</inkml:trace>
  <inkml:trace contextRef="#ctx0" brushRef="#br0" timeOffset="81261.19">25241 9155 0,'-17'35'15,"17"71"17,0-71-17,35 18 1,-35-18 0</inkml:trace>
  <inkml:trace contextRef="#ctx0" brushRef="#br0" timeOffset="81627.69">25382 9331 0,'36'18'0,"-19"17"16,54-17-1,-18-1 1,0-17 0,-18-17-1,-35-19 1,-18-17 0,1 0-1,-36 36 1,17 17-1,-16 53 1,16-18 0,36-17-1</inkml:trace>
  <inkml:trace contextRef="#ctx0" brushRef="#br0" timeOffset="83161.08">22331 9878 0,'17'-18'0,"-34"36"16,17-1-1,-18 19 1,-17 34 0,17 1-1,1-1 1,-1-34 0,0-1 15</inkml:trace>
  <inkml:trace contextRef="#ctx0" brushRef="#br0" timeOffset="83377.58">22154 9895 0,'18'0'0,"-18"18"16,35 35-1,-17-35-15,17 52 16,18 1 0,-35-54-16,17 19 15,0-19 1</inkml:trace>
  <inkml:trace contextRef="#ctx0" brushRef="#br0" timeOffset="83577.52">22472 10089 0,'0'18'0,"18"35"15,-1 35 1,1-17-1,-18-36 1,17-35 0</inkml:trace>
  <inkml:trace contextRef="#ctx0" brushRef="#br0" timeOffset="84061.41">22948 10107 0,'35'18'16,"1"-18"0,17-18-1,0 18 1,-18 0-1,0-18 1</inkml:trace>
  <inkml:trace contextRef="#ctx0" brushRef="#br0" timeOffset="84460.96">23865 9878 0,'-17'35'31,"-1"0"-15,0 36 15,-17-1-15,18-17-1,17-35 1,-36 0 0</inkml:trace>
  <inkml:trace contextRef="#ctx0" brushRef="#br0" timeOffset="84677.5">23636 9948 0,'35'0'31,"71"106"-15,-35-18 0,-1-17 15,-52-53-16</inkml:trace>
  <inkml:trace contextRef="#ctx0" brushRef="#br0" timeOffset="84993.3">24059 10037 0,'-35'123'32,"88"-70"-1,0-53-16,18-18 1,-19 1 0,1-1-1,-53-17 1</inkml:trace>
  <inkml:trace contextRef="#ctx0" brushRef="#br0" timeOffset="85194.09">24218 10001 0,'-35'18'16,"35"88"15,18-71-31,-18 0 0,17 18 16,18 106-1,-17-36 1,0-105-16</inkml:trace>
  <inkml:trace contextRef="#ctx0" brushRef="#br0" timeOffset="86061.13">24730 10019 0,'17'0'0,"1"-18"0,35 18 15,0-17 1,0-1 0,-18 18-1,-53 0 16</inkml:trace>
  <inkml:trace contextRef="#ctx0" brushRef="#br0" timeOffset="86279.2">24783 10142 0,'35'-17'16,"-17"17"-1,52-18 1,1 0 0,-54 18-16,19-17 15,-1-1 1</inkml:trace>
  <inkml:trace contextRef="#ctx0" brushRef="#br0" timeOffset="86976.73">25329 9931 0,'36'0'16,"-19"0"-16,19 17 15,-1 19 1,-17 17 0,-36-18-1,18 18 1,-18-36 0,36-17 15,0-17 0,17-19-15,-18 19-16,1-18 15,35 17 1,-18 18 0,18 35-1,-18 0 1,-17-35-16,0 18 15,35 0 1,-18-18 0,0-36-1,-35 1 1,0 0 0,-35 17 15,-36 1-16,1 52 1,35-35 0,-1 0-1,36-18 1</inkml:trace>
  <inkml:trace contextRef="#ctx0" brushRef="#br0" timeOffset="88710.99">21519 7355 0,'-88'18'16,"71"0"-16,-107 17 16,71-17 15,18 17-16,17 0 1,36 0 0,0 18-1,34 36 1,1-19 0,-17 1-1,-1-1 1,-17 1-1,-18-18 1,0 17 0,0 18-1,-18-17 1,-17 0 0,17-54-1,0 18 1,-35-17-1,1 0 1,16-1 0,19 1-1,-1 0 1,53 17 15,-17 0-15,0-35-16,17 53 15,18 35 1,-18 1 0,-17-19-1,-1-52-15,1 105 16,0-17 0,-1 17 15,-17 1-16,0-1 1,18-17 0,-18 0-1,0 0 1,18 17 0,-18-34-1,0-1 1,17-18-1,-17 1 1,18-1 0,-18-52-16,17 35 15,19 0 1,-1-35 0,36 17 15,-36-35-16,0 17 1,-17-17 0,17 18-1</inkml:trace>
  <inkml:trace contextRef="#ctx0" brushRef="#br0" timeOffset="96226.81">21202 13053 0,'-88'0'32,"-18"0"-17,0 0 1,88 0-16,-70 0 15,35 0 1,0 0 0,36 0-1,-1 0 1,18 17 0,0 19 15,18 17-16,-18 17 1,17 18 0,19 18-1,-19 18 1,1-1 0,0 54-1,17-19 1,-17 19-1,-1-19 1,1-34 0,-1-1-1,1 18 1,0-17 15,-1-18-15,-17-89-16,0 36 15,0 36 1,18-1 0,-18 0-1,18-18 1,-18-52-16,0 35 16,17 0-1,1-18 1,0 0-1,-18 18 1,17-35 0,-17 0-1,0-1 1,18-17 62,35-17-47,-36 17-15,36 0 0,-17 0-1,34 0 1,18 0-1,-17 0 1,-18 0 0,-36 0-16,19 0 15,17 0 1,-18 0 0,0 0 15,-17 0-16,-18 17 17,0 1-1</inkml:trace>
  <inkml:trace contextRef="#ctx0" brushRef="#br0" timeOffset="98192.94">21202 12559 0,'-18'0'0,"1"0"16,34 0-1,-17 18 17,-17-1-17,-1 36 1,-17 35 0,35-70-1,-36 52 1,1 1-1,18-53-15,-19 17 16,36-17-16,-17-1 16</inkml:trace>
  <inkml:trace contextRef="#ctx0" brushRef="#br0" timeOffset="98443.33">20920 12594 0,'70'88'31,"-52"-70"-31,52 70 31,-17-17-15,-17-36-1,-19-17 1</inkml:trace>
  <inkml:trace contextRef="#ctx0" brushRef="#br0" timeOffset="98644.06">21325 12718 0,'0'53'32,"0"-36"-32,0 89 15,18-71 1,-36-35 0</inkml:trace>
  <inkml:trace contextRef="#ctx0" brushRef="#br0" timeOffset="99244">22066 12541 0,'-35'36'16,"17"34"0,-17 18 15,17-35-16,-17 18 1,35-54-16,-35 36 16,0-17-1,-1-36 1</inkml:trace>
  <inkml:trace contextRef="#ctx0" brushRef="#br0" timeOffset="99459.95">21784 12612 0,'53'88'47,"17"0"-31,-17-35-1,-17 0 1,-19-35 0</inkml:trace>
  <inkml:trace contextRef="#ctx0" brushRef="#br0" timeOffset="99842.92">22172 12753 0,'35'18'0,"-17"52"31,-18-17-16,0-18 1,-35-17 0,35 0-16,-18-18 15,0 0 1,18 17 0,18-34-1,0-1 1,-1 18-16,19-18 15,17 1 1,-36 17-16,18 0 16,-17 0-16,0 0 15</inkml:trace>
  <inkml:trace contextRef="#ctx0" brushRef="#br0" timeOffset="100326.57">23001 12577 0,'0'17'0,"-18"18"16,1 1 0,17 34-1,-18 1 1,-17-1-1,0-17 1,17-35 0</inkml:trace>
  <inkml:trace contextRef="#ctx0" brushRef="#br0" timeOffset="100543.72">22807 12700 0,'18'18'0,"-1"-1"0,-17 1 16,53 52 0,0-17-1,-35-53-15,-1 36 16,1-19-16</inkml:trace>
  <inkml:trace contextRef="#ctx0" brushRef="#br0" timeOffset="101109.81">23125 12788 0,'17'0'16,"1"0"-1,17 0 1,-17 0 0,-1 35 15,-34 18-16,17-17 1,0-19 0,35-17-1,0-17 1,-17 17 0,0 0-16,-18 17 15,0 1-15,-18 17 16,-17 18-1,17-18 1,-17-17 0</inkml:trace>
  <inkml:trace contextRef="#ctx0" brushRef="#br0" timeOffset="101826.55">23989 12488 0,'-18'18'0,"1"17"15,-19 36 1,1-1 0,0 19-1,35-72-15,-18 18 16,-17 18-1,17-17 1,1-36 0</inkml:trace>
  <inkml:trace contextRef="#ctx0" brushRef="#br0" timeOffset="102059.67">23724 12559 0,'0'18'15,"0"-1"-15,18 18 16,35 36 0,0 17-1,0-17 1,-36-54-16,19 36 15,-19-53 1</inkml:trace>
  <inkml:trace contextRef="#ctx0" brushRef="#br0" timeOffset="102326">24130 12718 0,'-18'35'0,"18"18"16,18 0-1,17-36 1,18 1 0,0-18-1,-18-18 1,1 1-1,-36-1 1</inkml:trace>
  <inkml:trace contextRef="#ctx0" brushRef="#br0" timeOffset="102512.82">24289 12647 0,'-18'53'0,"18"0"16,0 35-1,0-53-15,18 54 16,-1 16 0,1-52-1</inkml:trace>
  <inkml:trace contextRef="#ctx0" brushRef="#br0" timeOffset="109359.52">24571 13123 0,'0'-17'0,"0"-1"15,0 0 1,0 36 15,0 0-15,0-1 0,0 1-1,0 0-15,0-1 16,0 1-1,18 0 1,-36 34 0,18 1-1,0 0 1,0-35-16,18 35 16,-18 0-1,0-18 1,17 36-1,-17-19 1,0 19 0,0 0-1,18-18 1,-18-36 0,0 36-16,0 0 31,18 18-16,-18-19 1,0 1 0,0-17-1,0 34 1,17 1 0,-17-36-1,0-17-15,18 35 16,-18 35-1,0-18 1,17 1 0,-17 17-1,0-17 1,0-18 0,0 17 15,18 1-16,-18-1 1,18 1 0,-18 17-1,17-70-15,-17 17 16,0 18 0,18-36-1,-18 1-15,0 0 16,0 17-1,0 0 1,0 18 0,18 0-1,-18-35 1,0-1 0,0 1-1,17 0 1,-17 17-1,0-17 1,0 17 0,18 0-1,-18-17 1,0-36 93</inkml:trace>
  <inkml:trace contextRef="#ctx0" brushRef="#br0" timeOffset="110775.85">25506 11218 0,'-53'71'0,"35"-18"16,1 0-1,17-36-15,17 36 16,-17-35-16,36 0 16,16-1-1,-16-17 1,-1-35-1,-35-18 1,18 0 0,-18 35-16,-18-17 15,18 0 1,0 35 31,0 18-32,18 17 1,35 53 0,-1-35-1,-16 0 1,-19-53 0</inkml:trace>
  <inkml:trace contextRef="#ctx0" brushRef="#br0" timeOffset="111309.31">25717 11236 0,'53'106'31,"-17"-53"-15,-1-18 0,-17-35-1,-1 0 1,-17-18 0,0 1-1,18-36 1,0 35-1,-18 1-15,17-1 16,18 18 0,1 53-1,-36 0 1,17-36-16,1 36 16,-18-35-1,18-18 1,-1-18-1</inkml:trace>
  <inkml:trace contextRef="#ctx0" brushRef="#br0" timeOffset="112141.67">26158 11130 0,'-17'0'0,"-1"18"15,1 35 1,34 0 0,1 0-1,-18-36-15,17 1 16,19-1 0,-19-52 15,1-18-16,-18 0 1,0 18 0,0 17-1,18 54 1,-1 52 15,1 18-15,0 0-1,-18-18 1,0-18 0,-18-34-1,0-36 1,-17-18 0,0-17-1,17-18 1,18 0-1,35 0 1,1 18 0,17-18-1,-36 35-15,1 0 16,-1 18 0,1-17-16</inkml:trace>
  <inkml:trace contextRef="#ctx0" brushRef="#br0" timeOffset="112791.9">26458 11165 0,'0'0'0,"-17"18"16,17 0 0,17 35-1,-17 0 1,18-18 15,-18-18-31,0 1 16,0 0-1,18-18 1,-18-18 0,17-17-1,1-18 1,0 0 0,-1 35-1,1 36 1,-1 53-1,1-19 1,0-34 0,-1-53 15,1 17 0,0-17-15,-1 35-1,1 0-15,0 0 16,-1 35 0,-17-17-16,18 35 15,17 0 1,-35-36-16,18 1 16,-1-18-1,-17-35 1</inkml:trace>
  <inkml:trace contextRef="#ctx0" brushRef="#br0" timeOffset="113327.79">26952 11324 0,'35'-35'16,"-17"35"-16,-18-35 15,18-1 1,-18 19 0,-18-1 15,0 0-16,-17 36 1,18 17 0,17 1-1,0 17 1,0-18 0,35-18-1,-18 1-15,19-18 16,17 18-1,-18-18 1,-17 0 0</inkml:trace>
  <inkml:trace contextRef="#ctx0" brushRef="#br0" timeOffset="113709.19">27146 11183 0,'-17'35'15,"34"1"1,-17 17 0,0-53 15,18 0-16,-18-18 1,35 18 0,-17 0-1,17 18 1,0-18 15,-17 35-15,0 0-1,-18-17 1,17-1 0</inkml:trace>
  <inkml:trace contextRef="#ctx0" brushRef="#br0" timeOffset="114460.86">27305 11112 0,'71'-70'15,"-54"70"-15,1 0 31,-18 18 1,0-1-17,0 36 1,17 0 0,-17 18 15,18-18-16,17-18 1,1-18 0,-1-34-1,0-18 1,0-18 0,-35 17-1,-17 1 1,-1 17-1,1 18 1,-1 18 0,0 0-1,18-1 1,18 1 0,-18 0-1,35 17 1,0-17-1,1-18 1,-19 0-16,19 0 16,-1-18-1</inkml:trace>
  <inkml:trace contextRef="#ctx0" brushRef="#br0" timeOffset="114925.69">27834 10866 0,'0'70'31,"18"1"-15,17 34-1,0-16 1,-17-54 0,0-17-1,-36-18 1,0-18 0,1-17-1,-36-1 1,18 36-1,-1 36 1,19 17 0,17 0-1,35-18 1,-35-18 0,35-17-1,18-35 1,-18-18-1,-35 36-15</inkml:trace>
  <inkml:trace contextRef="#ctx0" brushRef="#br0" timeOffset="116024.83">28222 11095 0,'0'53'31,"0"-106"-31,18 194 16,-18-123-16,17 17 31,1-17-15,-18-1-1,-18-17 17,18-17-17,18-19 1,0-17 0,-1 18-1,1 17 1,0 18-16,-1 36 15,1 17 1,-18-36 0,18 1-1,-1-36 1,1 1 15,-18-1-31,35 0 16,0 1-1,1 17 1,-1 53 0,-35-18-1,0 0 1,0-52 15,0-1-15</inkml:trace>
  <inkml:trace contextRef="#ctx0" brushRef="#br0" timeOffset="116425.06">28698 11130 0,'-17'35'0,"-1"-17"16,36 17 0,-1-17-1,19 0 1,-19-18 0,-17-36-1,18 36-15,-18-35 16,0 17-1,18 36 17,17 17-17,-17-17 1,-1-18 15,1 0-15,-1 0-1</inkml:trace>
  <inkml:trace contextRef="#ctx0" brushRef="#br0" timeOffset="116675.92">28928 11112 0,'35'-17'31,"0"-1"-31,1 1 16,-19 34 15,-17 1-16</inkml:trace>
  <inkml:trace contextRef="#ctx0" brushRef="#br0" timeOffset="116841.93">28998 10971 0,'0'212'31,"18"-141"-15,0-71-1</inkml:trace>
  <inkml:trace contextRef="#ctx0" brushRef="#br0" timeOffset="117142.5">29104 11007 0,'0'35'15,"0"-17"-15,18 34 16,-1 37 0,-17-72-1,0 1 1,18-53 15,17 17-15,-35 0-16,53-35 15,-35 18 1,0 35 15</inkml:trace>
  <inkml:trace contextRef="#ctx0" brushRef="#br0" timeOffset="117358.86">29175 10936 0,'0'0'31,"53"0"-31,-18 0 16,-17 0-16</inkml:trace>
  <inkml:trace contextRef="#ctx0" brushRef="#br0" timeOffset="117525.62">29298 11007 0,'0'105'15,"0"-87"-15,0 70 16,18 18 0,-18-18-1,17-70 1</inkml:trace>
  <inkml:trace contextRef="#ctx0" brushRef="#br0" timeOffset="117842.46">29580 11095 0,'-17'35'16,"-1"0"-1,0 18 1,-17 0-1,18 0 1,-19-18 0</inkml:trace>
  <inkml:trace contextRef="#ctx0" brushRef="#br0" timeOffset="118025.89">29386 11218 0,'18'0'16,"0"18"-1,17 35 1,-17-18 0,17 0-1,-35-17-15</inkml:trace>
  <inkml:trace contextRef="#ctx0" brushRef="#br0" timeOffset="121142.15">24994 13529 0,'18'18'0,"0"-18"15,17-18 1,18 0 0,-18 18-1,0 18 1,-17 0 15,0-18-31</inkml:trace>
  <inkml:trace contextRef="#ctx0" brushRef="#br0" timeOffset="121458.65">25312 13353 0,'0'17'0,"-18"19"15,1 34 1,17-35-16,0 36 15,17-53-15,-17 70 16,35 0 0</inkml:trace>
  <inkml:trace contextRef="#ctx0" brushRef="#br0" timeOffset="121841.94">25488 13617 0,'0'18'0,"53"17"31,-18-35-15,36 0-1,-36-18 1,0 1 0,-17-18-1,-18-1 1,-18 1 0,-17 17-1,-18 1 1,0 34-1,0 1 1,53 0-16,-35-1 16,18 1-1</inkml:trace>
  <inkml:trace contextRef="#ctx0" brushRef="#br0" timeOffset="122858.42">25188 14146 0,'89'18'47,"-37"17"-31,-16 1-1,-36 16 1,0-16 0,-18-1-1,0-17-15,1-18 32,17-18-17,0 0-15,17 1 16,19-19-1,-1-16 1,18 16 0,-35 36-16,17-17 15,0 17 1,-17 0 0,17 35-1,18 0 1,-35-35-16,-1 0 15,1 18-15,-1-18 16,36-35 0,-35 17-1,-18-17 1,0-1 0,-35 1-1,-1 17 1,1-17-1,0 35 1,0 18 0,17-1-1</inkml:trace>
  <inkml:trace contextRef="#ctx0" brushRef="#br0" timeOffset="123508.91">25453 14693 0,'-18'0'0,"1"18"16,17 35-1,0 0 1,0 35 0,0-53-1,17-17 1,1-18 0</inkml:trace>
  <inkml:trace contextRef="#ctx0" brushRef="#br0" timeOffset="123975.15">25700 14781 0,'17'53'15,"-17"-35"-15,36 0 16,17 17-1,0-18 1,-18-17 0,-17-35-1,-1-18 1,-17 36 0,0-54-1,-35 36 1,17 35-1,-52 0 1,17 17 0,0-34-1,35-1 1</inkml:trace>
  <inkml:trace contextRef="#ctx0" brushRef="#br0" timeOffset="125091.3">25418 15416 0,'17'18'31,"19"0"-16,-1-1 1,-18 1 0,1 17-1,-36-17 1,18-1 0,0 1-1,-17 17 1,34-70 46,19 0-46,17 0 0,17-18-1,1 35 1,-36-17-1,-17 17 1,-1 36 0,19-1-1,-1 19 1,0-19 15,0-17-15,1-17-1,-19-1 1,-17-17 0,0 17-1,-35-35 1,0 18 0,-18 0-1,-18 35 1,18 35-1,36-17 1,-1-1-16</inkml:trace>
  <inkml:trace contextRef="#ctx0" brushRef="#br0" timeOffset="126625.06">25717 13000 0,'71'0'0,"-18"0"15,35 0 1,-17 17 0,-54-17-1,1 0 1,0 0-1,-18-17 1,0 34 0,17-17-1,1 53 1,-18 0 15,18 18-15,-1 17-1,18 0 1,-17 18 0,0 0-1,-1 35 1,1-17 0,0-1-1,-1 18 1,1-35-1,0 17 1,-1 19 0,1-19-1,-1-17 1,1 17 15,-18-105-31,18 52 16,-1 36-1,-17-70-15,18 52 16,-18 18 0,18-53-1,-1 35 1,-17-18 0,18 1-1,-18-18 1,18 17-1,-18 1 1,17-1 0,-17-17-1,0 0 1,0-35 15,0 0-15,18-18 46,-36 0-46,1-18 31,-19 18-32,1 0 1,-36 0 0,36-18-1,-18 1 1,36 17 0</inkml:trace>
  <inkml:trace contextRef="#ctx0" brushRef="#br0" timeOffset="128509.97">21184 13370 0,'-17'0'0,"17"18"16,17 0-1,-17 52 1,18 18 0,0-70-16,-18 52 15,17-17 1,-17 0 0,-17-35-1</inkml:trace>
  <inkml:trace contextRef="#ctx0" brushRef="#br0" timeOffset="129375.12">21925 13617 0,'35'0'31,"1"0"-31,-1 0 15,18-17 1,-35 17-16,34 0 16,-34-18-1,0 18 1</inkml:trace>
  <inkml:trace contextRef="#ctx0" brushRef="#br0" timeOffset="129625.01">22278 13353 0,'0'53'31,"0"52"-16,18-16 1,17-1 0,-35-18-1,0-34 1</inkml:trace>
  <inkml:trace contextRef="#ctx0" brushRef="#br0" timeOffset="130224.76">23125 13564 0,'35'106'31,"35"-71"-15,1-35 0,-36-35-1,-17-35 1,-18-1 15,-18 18-15,-35 18-1,0 17 1,18 36 0,17 17-1</inkml:trace>
  <inkml:trace contextRef="#ctx0" brushRef="#br0" timeOffset="130774.89">24095 13458 0,'0'0'0,"35"71"32,-17-36-32,17-17 15,18 0 17,0-1-17,-18-34 1,-17-19-1,-18-34 1,-18 17 0,0 18-1,-35 35 1,1 0 0,-37-18-1,72 0 1</inkml:trace>
  <inkml:trace contextRef="#ctx0" brushRef="#br0" timeOffset="131791.48">21220 14305 0,'-18'0'0,"18"53"31,70 0-15,1-35 15,0-18-15,-18-36-1,-36-34 1,-17 17 0,-35 0-1,-18 35 1,-18 1 0,36 17-1,17 0 1</inkml:trace>
  <inkml:trace contextRef="#ctx0" brushRef="#br0" timeOffset="132441.64">22260 14111 0,'0'35'32,"-17"36"-17,34-1 1,1 19 15,0-36-15,-18-36-16,17 1 15,-34-36 1</inkml:trace>
  <inkml:trace contextRef="#ctx0" brushRef="#br0" timeOffset="133257.6">23036 14305 0,'18'0'0,"0"0"16,52-18 0,-17 18-1,18 0 1,-54 0 0</inkml:trace>
  <inkml:trace contextRef="#ctx0" brushRef="#br0" timeOffset="133458.26">23319 14023 0,'0'0'0,"-36"88"31,54-17-15,0 34-1,17-16 1,-17-1 0,-1-53-1</inkml:trace>
  <inkml:trace contextRef="#ctx0" brushRef="#br0" timeOffset="134058.12">24218 14199 0,'0'18'15,"53"52"1,0 1 15,-18-53-15,18-18-1,-35 0-15,17-18 16,18-53 0,-53 36-1,-18-35 1,-17 34 0,-18 36-1,36 0-15,-54 0 16,0 0-1</inkml:trace>
  <inkml:trace contextRef="#ctx0" brushRef="#br0" timeOffset="135274.82">21290 15011 0,'35'35'0,"71"-17"31,-35-54-15,-71 19-16,35-36 15,-35 0 1,-35 18 0,-18 17-1,-18 0 1,54 18 0,-19 0-1</inkml:trace>
  <inkml:trace contextRef="#ctx0" brushRef="#br0" timeOffset="136141.34">22137 15011 0,'17'35'0,"-17"-17"16,36-18-1,-19 17-15,36-17 16,0 0 0,-35 0-16,17-17 15,-17-54 1,-36 18-1,0 35 1,1 1-16,-36-1 16,0 36-1,18-18 1,17 0 15,18-18-15</inkml:trace>
  <inkml:trace contextRef="#ctx0" brushRef="#br0" timeOffset="136724.51">23177 14746 0,'-17'0'16,"17"88"15,17-35-15,-17-35-16,18 35 15,0 17 1,-18-34 0,0-19-1</inkml:trace>
  <inkml:trace contextRef="#ctx0" brushRef="#br0" timeOffset="137741.25">23989 14958 0,'0'17'0,"18"-17"15,17-17 1,35-1 0,1 0-1,-18 18 1,-36 0 0</inkml:trace>
  <inkml:trace contextRef="#ctx0" brushRef="#br0" timeOffset="137974.81">24342 14711 0,'-18'17'0,"36"19"16,-1 34-1,-17-52-15,36 70 16,-1-17 0,-35-54-16,17 54 15</inkml:trace>
  <inkml:trace contextRef="#ctx0" brushRef="#br0" timeOffset="138824.57">21467 15381 0,'0'18'0,"0"17"16,17 18 0,-17 0-1,18 17 1,-1-34-1,19-36 1,-19 0-16</inkml:trace>
  <inkml:trace contextRef="#ctx0" brushRef="#br0" timeOffset="139307.48">22296 15522 0,'17'35'0,"71"18"31,-17-53-15,-18-17-1,-18-36 1,-17 0 0,-54 18-1,1 17 1,-35 36 0,52-18-16,-35 17 15,18 19 1,17-36-1</inkml:trace>
  <inkml:trace contextRef="#ctx0" brushRef="#br0" timeOffset="140140.82">23177 15575 0,'-17'18'0,"17"-1"16,35 19 0,18-1-1,18-17 1,-18-18 0,-1-18-1,-34-17 1,-36-18-1,1 17 1,-36 1 0,0 18-1,0 34 1,35-17 0,-17 18-1,17-1-15</inkml:trace>
  <inkml:trace contextRef="#ctx0" brushRef="#br0" timeOffset="140774.14">24095 15663 0,'17'0'16,"1"-17"0,17 17-1,18 0 1,0 0 0,0 0-1,-53-18-15,18 18 16</inkml:trace>
  <inkml:trace contextRef="#ctx0" brushRef="#br0" timeOffset="140991.1">24483 15399 0,'0'106'15,"17"-36"1,-17 18 0,36 1-1,-36-72-15,0 1 16,-18-18-16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2:56.1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32 24575,'749'0'0,"-730"-1"0,-1-1 0,1 0 0,22-7 0,-20 3 0,41-3 0,312 6 0,-193 5 0,339-2 0,-492 2 0,0 1 0,35 7 0,-31-4 0,38 3 0,385-7 0,-234-4 0,974 2 0,-1176 1 0,-1 1 0,1 1 0,21 6 0,-18-4 0,40 5 0,299-8 0,-185-4 0,1198 2-1365,-1349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2:57.3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126 0 24575,'0'1078'0,"-1"-1059"0,-1-1 0,-1 1 0,-6 21 0,4-18 0,-5 40 0,8 259 0,4-165 0,-3-137 0,-1 0 0,-1-1 0,-6 23 0,4-19 0,-5 39 0,9 37 0,2-65 0,-2 0 0,-1 0 0,-7 38 0,-28 91 0,30-123 0,2 0 0,2 1 0,1 0 0,6 56 0,-2-4 0,-2 446 0,2-513 0,0 0 0,12 47 0,-2-15 0,1 3 46,-7-40-516,-2 1-1,3 27 1,-6-23-6356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3:02.8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24575,'0'1'0,"1"1"0,-1-1 0,1 1 0,-1-1 0,1 0 0,-1 1 0,1-1 0,0 0 0,0 1 0,0-1 0,0 0 0,0 0 0,0 0 0,0 0 0,0 0 0,2 1 0,24 18 0,-15-12 0,149 121 0,-22-17 0,-25-19 0,-63-61 0,-13-10 0,87 56 0,-78-57 0,-36-17 0,0 1 0,-1 0 0,12 8 0,20 13 0,-26-17 0,0 1 0,24 21 0,-27-21 0,-1-1 0,1 0 0,1-1 0,0-1 0,25 11 0,-20-10 0,-1 1 0,25 16 0,-13-7 0,42 20 0,0 0 0,41 29 0,-83-51 0,0-2 0,37 14 0,-43-20 0,1 2 0,-2 1 0,1 1 0,36 26 0,-42-26 0,1-1 0,-1 0 0,2-1 0,31 11 0,-34-15 0,1 1 0,-2 1 0,1 0 0,-1 1 0,0 1 0,-1 0 0,14 14 0,-13-11 0,0-1 0,29 18 0,-32-21 0,1-1 0,-1 2 0,-1-1 0,1 2 0,14 16 0,-5-4 0,1 0 0,1-2 0,0-1 0,35 22 0,-26-19 0,-1 1 0,30 30 0,3-1 0,-6 2 0,-31-30 0,14 7 0,6 5 0,128 120 0,-171-153 0,1 1 0,-1-1 0,1-1 0,0 1 0,0-1 0,9 4 0,-8-4 0,-1 0 0,1 0 0,0 1 0,10 9 0,10 8 0,36 22 0,20 16 0,51 43 0,-121-93 0,0-1 0,23 12 0,-26-16 0,-1 0 0,0 2 0,0-1 0,0 1 0,-1 0 0,0 0 0,0 1 0,8 9 0,-7-6 0,1-2 0,0 1 0,0-1 0,1-1 0,0 0 0,0 0 0,0-1 0,1-1 0,21 7 0,-16-5 0,0 0 0,0 2 0,-1-1 0,16 13 0,-19-13 0,0 0 0,0 0 0,18 7 0,-18-10 0,-2 1 0,1 0 0,-1 1 0,1 0 0,10 11 0,1 0 0,0-1 0,1-1 0,35 17 0,-28-16 0,47 34 0,-69-45 0,1 0 0,-1-1 0,1 0 0,14 5 0,-12-5 0,0 0 0,20 13 0,-8-3 0,0-2 0,51 20 0,-58-26 0,83 43 0,-69-36 0,-1 1 0,33 23 0,-14-9 0,-17-9 0,-20-12 0,1 0 0,25 10 0,21 8 0,92 55 0,-109-57 0,77 37 0,19 0 0,23 21 0,-128-64 0,43 15 0,-33-14 0,-14-9 0,-23-8 0,0 0 0,-1 0 0,1 0 0,-1 1 0,1-1 0,-1 1 0,9 7 0,14 11 0,1-1 0,0-2 0,2-1 0,0-1 0,54 18 0,-44-17 0,111 42 0,-142-55-105,1 0 0,-1-1 0,0 0 0,1-1 0,-1 0 0,1 0 0,0-1 0,0-1 0,-1 0 0,1 0 0,0-1 0,14-3 0,-6-3-6721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8-15T06:05:43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15046 6703 0,'-18'17'0,"-17"1"15,-18 17 1,18-17 0,-18-36-1,0-17 1,0-53 0,35 70-16,-17-88 15,0 18 1,35 53-16,0-71 15,0 71-15,53-89 16,35 36 0,-17 53-1,70 35 17,-71 53-17,1 17 1,-71-34-16,17 52 15,1 35 1,-36 1 0,-17-1-1,0-17 1,0-53 0,35-35-1,0-54 1</inkml:trace>
  <inkml:trace contextRef="#ctx0" brushRef="#br0" timeOffset="2365.87">7338 6844 0,'35'0'15,"71"0"1,-36-18 15,1 18-15,17 0-1,-17 0 1,-54 0-16,36 0 16,18-17-1,-54-1-15,36 0 16,-35 18-16,35 0 16,-18 0-16,53 18 15,-17 17 1,-36-35-16,36 18 15,-54-18-15,89 0 16,-35-18 0,-1 18 15,19 18-15,-1 0-1,-35-1 1,-18-17-16,-17 0 0,52 0 15,18-17 1,1-19 0,-1 19-1,0-1 1,0 18 0,18 0-1,0-18 1,-36 1-1,1-19 1,-1 19 0,-17 17-1,18-18 17,0 18-17,-54 0-15,36-18 16,-35 18-16,35-17 15,-18 17 1,-17-18-16,17 18 16,0 18-1,0-36 1,-17 18 0,0 0-16,-1 0 31,1 0-16,-36 0 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3.8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64 0 24575,'11'2'0,"-1"0"0,1 1 0,-1 0 0,1 1 0,-1 0 0,0 0 0,-1 1 0,12 7 0,-1-1 0,81 44 0,-71-40 0,-24-12 0,0 0 0,0 0 0,0 0 0,-1 1 0,9 6 0,4 5 0,-13-11 0,-1 0 0,1 0 0,-1 0 0,1 1 0,-1 0 0,0 0 0,-1 0 0,1 0 0,2 6 0,3 8 0,0 0 0,-1 1 0,-1 0 0,-1 0 0,0 0 0,-2 1 0,0-1 0,0 23 0,-5 347 0,-1-368 0,0 0 0,-10 39 0,1-10 0,8-36 0,-2 0 0,0 0 0,-1-1 0,0 1 0,-1-1 0,-1 0 0,-12 16 0,6-8 0,-16 35 0,21-41 0,0-1 0,-1 0 0,0 0 0,-1-1 0,-1-1 0,0 0 0,-1 0 0,-1-1 0,-18 12 0,-25 11 0,46-30 0,0 1 0,0 0 0,1 1 0,0 1 0,0-1 0,-10 11 0,18-15-68,0-1 0,0 1-1,0-1 1,-1 0 0,1 1 0,-1-1-1,0 0 1,1-1 0,-1 1 0,0 0-1,0-1 1,0 0 0,-1 1 0,1-1-1,0-1 1,0 1 0,0 0 0,-1-1-1,-4 1 1,-6-4-6758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4.6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54 1 24575,'-1'22'0,"-1"0"0,-1-1 0,-1 1 0,-1-1 0,-12 32 0,8-22 0,6-21 0,0 1 0,1-1 0,0 1 0,0 0 0,2 0 0,-1 0 0,1 0 0,1 0 0,0-1 0,4 19 0,-3-22 0,0 0 0,1 0 0,0 0 0,0-1 0,1 1 0,-1-1 0,1 0 0,1 0 0,-1 0 0,1 0 0,0-1 0,1 0 0,-1 0 0,1 0 0,0-1 0,10 6 0,59 42 0,-63-42 0,1 0 0,0 0 0,1-2 0,0 1 0,0-2 0,0 0 0,1-1 0,26 8 0,46 8-1365,-69-18-5461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5.6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24575,'4'0'0,"6"0"0,6 0 0,5 0 0,2 0 0,3 0 0,-4 5 0,-1 0 0,0 1 0,2-1 0,0-2 0,2-1 0,0-1 0,-4-1-8191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6.5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24575,'7'0'0,"9"-1"0,0 2 0,1 0 0,27 5 0,-39-4 0,0-1 0,0 1 0,0 0 0,-1 0 0,1 0 0,-1 1 0,1-1 0,-1 1 0,0 0 0,0 1 0,0-1 0,-1 1 0,1-1 0,-1 1 0,0 0 0,4 5 0,0 3 0,0-3 0,-1 0 0,0 1 0,-1 0 0,1 0 0,-2 0 0,0 1 0,0 0 0,-1 0 0,0 0 0,3 22 0,-6-27 0,1 0 0,-1 0 0,0-1 0,0 1 0,0 0 0,-1-1 0,0 1 0,0 0 0,0-1 0,-1 1 0,0-1 0,0 1 0,0-1 0,-1 0 0,0 0 0,0 0 0,0 0 0,0-1 0,-1 1 0,0-1 0,0 0 0,-6 6 0,-142 108 0,151-117 0,0-1 0,0 1 0,-1 0 0,1-1 0,0 1 0,0 0 0,0 0 0,1 0 0,-1-1 0,0 1 0,0 0 0,0 0 0,1 0 0,-1 1 0,0-1 0,1 0 0,-1 0 0,1 0 0,-1 0 0,1 0 0,0 1 0,-1 1 0,2-2 0,-1-1 0,1 1 0,-1 0 0,1 0 0,0 0 0,-1-1 0,1 1 0,0 0 0,-1-1 0,1 1 0,0 0 0,0-1 0,0 1 0,-1-1 0,1 1 0,0-1 0,0 0 0,0 1 0,0-1 0,0 0 0,1 1 0,9 1 0,1 0 0,-1-1 0,17 0 0,204-3-1365,-221 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7.1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184 0 24575,'-1'4'0,"0"0"0,1-1 0,-1 1 0,0-1 0,-1 0 0,1 1 0,0-1 0,-1 0 0,0 0 0,0 0 0,0 0 0,0 0 0,0 0 0,-1-1 0,1 1 0,-4 2 0,-17 23 0,7-3 0,6-9 0,0 1 0,1 0 0,0 0 0,1 1 0,-6 24 0,2 7 0,0-6 0,2 1 0,3 0 0,-5 85 0,12-122 0,0 18 0,0-1 0,2 1 0,8 37 0,-8-55 0,0 0 0,0 0 0,1 0 0,-1 0 0,2 0 0,-1-1 0,1 0 0,0 0 0,0 0 0,1 0 0,0-1 0,0 1 0,0-1 0,1 0 0,-1-1 0,11 7 0,9 4 0,1 0 0,1-2 0,0-1 0,1-2 0,38 11 0,-48-16 45,35 14 1,-40-13-337,1-1-1,0 0 1,0-1 0,16 2 0,-10-4-6535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8.3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111 0 24575,'9'9'0,"-1"1"0,-1 0 0,0 1 0,6 11 0,16 24 0,-20-33 0,-1 1 0,0 1 0,-1-1 0,7 21 0,-1-1 0,-7-18 0,0 1 0,-1 0 0,-1 0 0,-1 1 0,-1-1 0,1 22 0,-3 7 0,-6 54 0,5-89 0,0-1 0,-2 1 0,1-1 0,-1 0 0,-1 0 0,0 0 0,0 0 0,-1-1 0,0 1 0,-1-1 0,0-1 0,0 1 0,-12 11 0,-6 3 0,0-2 0,-2 0 0,-29 17 0,29-20 0,-3 4-1365,16-13-5461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1:13:31.3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93 0 24316,'0'2204'0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1:13:36.9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53 24219,'5806'-52'0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1:13:40.2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26 23931,'5728'-26'0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1:13:51.3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24440,'77'2073'0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37B91-85F2-44BA-8D11-567A26279197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F8BC8-5A19-4F95-BDA2-F3CE677CD2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02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920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EFF1-7F10-D4F4-F29D-31F993CD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98CE-E5FF-F8CB-A874-452D7FDDB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F3A19-18D2-2446-4C33-78B9C4EA7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A4519-4A3C-341C-F99D-0C30E956C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24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EA2BA-FA23-CE77-9D28-EA4C7617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3D679-CAF3-E99B-C148-5B31FEDCA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621E7-C53C-691B-9D68-9BC5AEA8B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FB9-0392-3D47-5972-E70D724D6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1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AD83-F4DE-7F85-FF9B-10EFAA73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C3647-BA2C-9ADA-E4B1-F10771FAA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36B4C-35A5-C5DC-31DC-0EE27B150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A0CC8-B695-8016-A4AA-946560BF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24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35min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62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8D15-4DB1-7AC0-0344-29122C133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18C0F-BF66-3253-012F-5D0281368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5136F-5658-1028-FCB6-4F855B73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1F7F-CB11-B7EE-9727-70C996FA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70BB0-AEA5-D3DB-BC63-8CED634E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73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313D-E124-9D26-9AA3-B1DA2F76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B39C-D2EB-1B6B-DD6B-0082E44D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F5A3-B08E-C0B1-7F12-9CE5B8A0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08883-1493-1438-0028-B5BB2601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C57D-144D-FD3A-8ECD-69731AF2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88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00F7-1FED-7DA1-0F42-66DF9810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B5186-0215-57F8-E94A-06D08E8AF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6772F-E304-978A-FB36-7C4008A4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9141F-A9E1-CC57-775C-B419E808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4BAEC-B5F3-1231-51DF-CFF054A7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09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29EE-996B-FCD2-C846-4581727B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B746-BF44-1B94-DEBF-B06BB7E06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97AB4-F3D2-4973-826E-E6131CDC3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4B85-8E49-9AE9-2467-9241AE2E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9CF18-CC62-84ED-7388-A2FEFD37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B0551-9E01-68B6-A433-2955E116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50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11E3-029A-1801-D971-689865A2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2EC88-1E4D-AAAF-00BE-06957502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6BAA6-57BC-E20C-B9A3-AE044E83D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CA0CE-652C-08B7-A7B6-801C06470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C8BD2-040B-B20E-3D6F-4A54BB708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3D915-8DDC-4E5A-9300-A296FD2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7FE24-0EF9-2B93-7ED1-C2A46EC4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80891-D069-9A50-57AF-9061E0CB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9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1FDA-5C1C-E3E6-C48E-E6AEBD1F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8D07B-11E9-FFC3-A9E8-44AB337D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7C92D-1D6C-C17A-8D48-3A9AD646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DBC82-E267-DB60-B9E1-44DB15DBB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26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50673-C5A1-9503-EA2C-0D934E23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AB5DE-5AC8-88BA-5870-0D7230C6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61BF7-DDF5-750E-F3E9-EE28F8BB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68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2A0B-7211-CC07-CF39-56C0EB12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1C33F-75C4-44E3-ADE7-B99151D1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C96BF-8CDF-3911-5B2B-16A299C6A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F18CD-67C6-02CC-0CAD-44085F72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33B40-DBD2-7996-912B-DC45B7A1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A4E30-D520-C162-6F1F-89B9E512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093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53C1-7CA4-148B-FFD6-5EA8AC6C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B6242-F16F-8DE7-7D37-4F54C0728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E689B-B16E-02F0-8ED7-F87D363A9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BA4A-3196-1A7D-22CF-29C14EAB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AFD2C-D441-8E42-E2D5-243E0A87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28616-26BE-37DE-0260-578A030A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49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D753-33BA-BA64-BB8A-A9F617B9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F6AD5-8B5A-B803-612E-8DF6AD32E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0A8A0-6326-01E3-C93B-D4E53607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5359-A389-4C3B-B5BF-4B2ACD76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710C3-AC02-C00B-90E7-F1AAA624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25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48FF9-AE2E-AC35-D9FB-27C38CEF5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9EC40-0CAB-9492-B2F7-C6195DC3C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802A-27B6-C34D-1E7E-E0A98B92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D24B-5892-FACB-1184-B565CC59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71C95-5374-8C0B-ED4E-59E8B7E2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2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AC481-9CEA-086D-8351-2ED597B1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8E799-0ED9-DB20-22F8-C19175D22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A8D5C-D39D-7669-A9F7-EF3810870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7B306-E6E6-4DD1-8C11-17E64579B164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6D30-FADB-43DD-3B4D-3E71A32B1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82FC-43E0-2879-3538-D4366E0FC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14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00.png"/><Relationship Id="rId12" Type="http://schemas.openxmlformats.org/officeDocument/2006/relationships/customXml" Target="../ink/ink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2.png"/><Relationship Id="rId5" Type="http://schemas.openxmlformats.org/officeDocument/2006/relationships/image" Target="../media/image90.png"/><Relationship Id="rId15" Type="http://schemas.openxmlformats.org/officeDocument/2006/relationships/image" Target="../media/image14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1.png"/><Relationship Id="rId14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4CC7-6EFC-E623-1FD5-FCF42BC45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2026.8.15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B50DF-E32C-DD79-3B17-11F510926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交大</a:t>
            </a:r>
            <a:r>
              <a:rPr lang="en-US" altLang="zh-TW" dirty="0"/>
              <a:t>100</a:t>
            </a:r>
            <a:r>
              <a:rPr lang="zh-TW" altLang="en-US" dirty="0"/>
              <a:t> 數學</a:t>
            </a:r>
            <a:endParaRPr lang="en-US" altLang="zh-TW" dirty="0"/>
          </a:p>
          <a:p>
            <a:r>
              <a:rPr lang="en-US" altLang="zh-TW" dirty="0"/>
              <a:t>LA : ch2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833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B279-FCF7-21A8-582A-045CDC17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3CD89-7083-FAFA-57F4-29545341D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11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7BAD4-2974-F32E-47F6-9D7592E5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08" y="518760"/>
            <a:ext cx="9731583" cy="59974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8C6DB3-FB6C-0138-CE2F-08BE27692AC1}"/>
                  </a:ext>
                </a:extLst>
              </p14:cNvPr>
              <p14:cNvContentPartPr/>
              <p14:nvPr/>
            </p14:nvContentPartPr>
            <p14:xfrm>
              <a:off x="4083120" y="2514600"/>
              <a:ext cx="6566040" cy="322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8C6DB3-FB6C-0138-CE2F-08BE27692A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3760" y="2505240"/>
                <a:ext cx="6584760" cy="32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811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DF88-D124-55F5-5D07-0FA0443A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1BF257-D479-7D3B-60D0-32D71A0F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A90FD-5E0A-DF1E-D101-E06D18893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每個 </a:t>
                </a:r>
                <a:r>
                  <a:rPr lang="en-US" altLang="zh-TW" dirty="0"/>
                  <a:t>node</a:t>
                </a:r>
                <a:r>
                  <a:rPr lang="zh-TW" altLang="en-US" dirty="0"/>
                  <a:t> 的</a:t>
                </a:r>
                <a:r>
                  <a:rPr lang="en-US" altLang="zh-TW" dirty="0"/>
                  <a:t> 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 In = 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 out</a:t>
                </a:r>
                <a:r>
                  <a:rPr lang="zh-TW" altLang="en-US" dirty="0"/>
                  <a:t>，可列出 </a:t>
                </a:r>
                <a:r>
                  <a:rPr lang="en-US" altLang="zh-TW" dirty="0"/>
                  <a:t>system of linear equations</a:t>
                </a:r>
              </a:p>
              <a:p>
                <a:pPr lvl="1"/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2=20+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4+10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b="0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2=−10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3=20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4=20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r>
                  <a:rPr lang="zh-TW" altLang="en-US" dirty="0"/>
                  <a:t>抽取係數，化成 </a:t>
                </a:r>
                <a:r>
                  <a:rPr lang="en-US" altLang="zh-TW" dirty="0"/>
                  <a:t>augmented matrix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b="0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1=20+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2=30+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3=10+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A90FD-5E0A-DF1E-D101-E06D18893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A0F065D5-379E-ED33-D137-5C328C826F95}"/>
              </a:ext>
            </a:extLst>
          </p:cNvPr>
          <p:cNvSpPr/>
          <p:nvPr/>
        </p:nvSpPr>
        <p:spPr>
          <a:xfrm>
            <a:off x="3785421" y="2851354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9F9DED6-AE1D-E0F7-D9C4-15D8C92E1EB2}"/>
              </a:ext>
            </a:extLst>
          </p:cNvPr>
          <p:cNvSpPr/>
          <p:nvPr/>
        </p:nvSpPr>
        <p:spPr>
          <a:xfrm>
            <a:off x="5088196" y="4665406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4F802-F658-A807-8F17-AD0EE8F01845}"/>
              </a:ext>
            </a:extLst>
          </p:cNvPr>
          <p:cNvSpPr txBox="1"/>
          <p:nvPr/>
        </p:nvSpPr>
        <p:spPr>
          <a:xfrm>
            <a:off x="5515897" y="5616524"/>
            <a:ext cx="2853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Reduced row echelon form</a:t>
            </a:r>
            <a:endParaRPr lang="zh-TW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54EAE-F50B-008E-BC91-5364EBCCA7A0}"/>
              </a:ext>
            </a:extLst>
          </p:cNvPr>
          <p:cNvSpPr/>
          <p:nvPr/>
        </p:nvSpPr>
        <p:spPr>
          <a:xfrm>
            <a:off x="5722374" y="5132439"/>
            <a:ext cx="2389239" cy="349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E6CDD9B-1BBC-2CF1-A7E4-585A128BA52D}"/>
              </a:ext>
            </a:extLst>
          </p:cNvPr>
          <p:cNvSpPr/>
          <p:nvPr/>
        </p:nvSpPr>
        <p:spPr>
          <a:xfrm>
            <a:off x="8413490" y="4660593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EA3F4A-E925-E656-D848-12F1DBC3DBD4}"/>
              </a:ext>
            </a:extLst>
          </p:cNvPr>
          <p:cNvSpPr/>
          <p:nvPr/>
        </p:nvSpPr>
        <p:spPr>
          <a:xfrm>
            <a:off x="9063115" y="4434348"/>
            <a:ext cx="1693375" cy="3268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11158-242F-A36F-C14B-778F42979F19}"/>
                  </a:ext>
                </a:extLst>
              </p:cNvPr>
              <p:cNvSpPr txBox="1"/>
              <p:nvPr/>
            </p:nvSpPr>
            <p:spPr>
              <a:xfrm>
                <a:off x="10907674" y="4413118"/>
                <a:ext cx="1284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accent1"/>
                    </a:solidFill>
                  </a:rPr>
                  <a:t>(D)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solidFill>
                      <a:schemeClr val="accent1"/>
                    </a:solidFill>
                  </a:rPr>
                  <a:t> </a:t>
                </a:r>
                <a:r>
                  <a:rPr lang="zh-TW" altLang="en-US" dirty="0">
                    <a:solidFill>
                      <a:schemeClr val="accent1"/>
                    </a:solidFill>
                  </a:rPr>
                  <a:t>最大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11158-242F-A36F-C14B-778F42979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674" y="4413118"/>
                <a:ext cx="1284326" cy="369332"/>
              </a:xfrm>
              <a:prstGeom prst="rect">
                <a:avLst/>
              </a:prstGeom>
              <a:blipFill>
                <a:blip r:embed="rId4"/>
                <a:stretch>
                  <a:fillRect l="-3791" t="-9836" r="-3791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B82DC49-0230-F21C-9074-1293ABE47679}"/>
              </a:ext>
            </a:extLst>
          </p:cNvPr>
          <p:cNvSpPr txBox="1"/>
          <p:nvPr/>
        </p:nvSpPr>
        <p:spPr>
          <a:xfrm>
            <a:off x="8936878" y="5601159"/>
            <a:ext cx="325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(C) </a:t>
            </a:r>
            <a:r>
              <a:rPr lang="zh-TW" altLang="en-US" dirty="0">
                <a:solidFill>
                  <a:schemeClr val="accent1"/>
                </a:solidFill>
              </a:rPr>
              <a:t>有解</a:t>
            </a:r>
            <a:r>
              <a:rPr lang="en-US" altLang="zh-TW" dirty="0">
                <a:solidFill>
                  <a:schemeClr val="accent1"/>
                </a:solidFill>
              </a:rPr>
              <a:t>(consistent) : </a:t>
            </a:r>
            <a:r>
              <a:rPr lang="zh-TW" altLang="en-US" dirty="0">
                <a:solidFill>
                  <a:schemeClr val="accent1"/>
                </a:solidFill>
              </a:rPr>
              <a:t>無限多解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296BA1-568F-593D-A5A5-3F2682022377}"/>
              </a:ext>
            </a:extLst>
          </p:cNvPr>
          <p:cNvGrpSpPr/>
          <p:nvPr/>
        </p:nvGrpSpPr>
        <p:grpSpPr>
          <a:xfrm>
            <a:off x="5387809" y="4103825"/>
            <a:ext cx="2248920" cy="1378800"/>
            <a:chOff x="1817958" y="4130068"/>
            <a:chExt cx="2248920" cy="13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0BBED9-3102-70FA-489E-F1D8032738C5}"/>
                    </a:ext>
                  </a:extLst>
                </p14:cNvPr>
                <p14:cNvContentPartPr/>
                <p14:nvPr/>
              </p14:nvContentPartPr>
              <p14:xfrm>
                <a:off x="1817958" y="4130068"/>
                <a:ext cx="2236680" cy="2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0BBED9-3102-70FA-489E-F1D8032738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11838" y="4123948"/>
                  <a:ext cx="2248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C72F9F-FD99-7CF1-8355-F648C382BA04}"/>
                    </a:ext>
                  </a:extLst>
                </p14:cNvPr>
                <p14:cNvContentPartPr/>
                <p14:nvPr/>
              </p14:nvContentPartPr>
              <p14:xfrm>
                <a:off x="4021158" y="4141588"/>
                <a:ext cx="45720" cy="1289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C72F9F-FD99-7CF1-8355-F648C382BA0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5038" y="4135468"/>
                  <a:ext cx="57960" cy="13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075F3E-E0EF-7C0B-F871-59AAD1E1DBF6}"/>
                    </a:ext>
                  </a:extLst>
                </p14:cNvPr>
                <p14:cNvContentPartPr/>
                <p14:nvPr/>
              </p14:nvContentPartPr>
              <p14:xfrm>
                <a:off x="1839558" y="4195228"/>
                <a:ext cx="2188800" cy="131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075F3E-E0EF-7C0B-F871-59AAD1E1DB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3078" y="4189108"/>
                  <a:ext cx="2201040" cy="1325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66780B3-6FB8-1894-C970-C9052F4F902C}"/>
              </a:ext>
            </a:extLst>
          </p:cNvPr>
          <p:cNvSpPr txBox="1"/>
          <p:nvPr/>
        </p:nvSpPr>
        <p:spPr>
          <a:xfrm>
            <a:off x="5088196" y="5998987"/>
            <a:ext cx="3714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arenBoth"/>
            </a:pPr>
            <a:r>
              <a:rPr lang="zh-TW" altLang="en-US" dirty="0">
                <a:solidFill>
                  <a:schemeClr val="accent1"/>
                </a:solidFill>
              </a:rPr>
              <a:t>不可化成 </a:t>
            </a:r>
            <a:r>
              <a:rPr lang="en-US" altLang="zh-TW" dirty="0">
                <a:solidFill>
                  <a:schemeClr val="accent1"/>
                </a:solidFill>
              </a:rPr>
              <a:t>Strictly triangular form</a:t>
            </a:r>
          </a:p>
          <a:p>
            <a:r>
              <a:rPr lang="zh-TW" altLang="en-US" dirty="0">
                <a:solidFill>
                  <a:schemeClr val="accent1"/>
                </a:solidFill>
              </a:rPr>
              <a:t>       </a:t>
            </a:r>
            <a:r>
              <a:rPr lang="en-US" altLang="zh-TW" dirty="0">
                <a:solidFill>
                  <a:schemeClr val="accent1"/>
                </a:solidFill>
              </a:rPr>
              <a:t>(rank(A) = 3 &lt; 4 = rank(</a:t>
            </a:r>
            <a:r>
              <a:rPr lang="en-US" altLang="zh-TW" dirty="0" err="1">
                <a:solidFill>
                  <a:schemeClr val="accent1"/>
                </a:solidFill>
              </a:rPr>
              <a:t>A|b</a:t>
            </a:r>
            <a:r>
              <a:rPr lang="en-US" altLang="zh-TW" dirty="0">
                <a:solidFill>
                  <a:schemeClr val="accent1"/>
                </a:solidFill>
              </a:rPr>
              <a:t>) )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72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A53D-A652-80AA-D716-01B09584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D0843B-BC4E-52D7-DB0C-092C7639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750D38-CAB2-249D-5291-D8A22ED6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(E) reversed in/out</a:t>
            </a:r>
            <a:r>
              <a:rPr lang="zh-TW" altLang="en-US" dirty="0"/>
              <a:t>，會列出一樣的 </a:t>
            </a:r>
            <a:r>
              <a:rPr lang="en-US" altLang="zh-TW" dirty="0"/>
              <a:t>system of linear equation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866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A5CF-C37F-85D8-D1AB-D1FC8394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14F784-00E1-7D37-40F2-72937700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7" y="776748"/>
            <a:ext cx="4402393" cy="916833"/>
          </a:xfrm>
        </p:spPr>
        <p:txBody>
          <a:bodyPr>
            <a:normAutofit/>
          </a:bodyPr>
          <a:lstStyle/>
          <a:p>
            <a:r>
              <a:rPr lang="en-US" altLang="zh-TW" dirty="0"/>
              <a:t>Row Echelon form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1A838F-C07E-50E4-4F3C-0F5CB1648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B734EFB-B6B4-BCEA-EEB4-0D7BBAF9A646}"/>
              </a:ext>
            </a:extLst>
          </p:cNvPr>
          <p:cNvSpPr txBox="1">
            <a:spLocks/>
          </p:cNvSpPr>
          <p:nvPr/>
        </p:nvSpPr>
        <p:spPr>
          <a:xfrm>
            <a:off x="474407" y="3717083"/>
            <a:ext cx="6224973" cy="119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Reduced Row Echelon form</a:t>
            </a:r>
          </a:p>
          <a:p>
            <a:r>
              <a:rPr lang="en-US" altLang="zh-TW" dirty="0"/>
              <a:t>(using Gauss-Jordan reduction)</a:t>
            </a:r>
            <a:endParaRPr lang="zh-TW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755B73-8725-6AF1-90B6-398E84D1D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7" y="1693581"/>
            <a:ext cx="6763037" cy="18914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67D676-3BFB-3147-55A6-DCFB8D85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07" y="4911242"/>
            <a:ext cx="9120173" cy="14713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0E4FB4-F80E-82C6-B3A2-564EA7E769B4}"/>
                  </a:ext>
                </a:extLst>
              </p14:cNvPr>
              <p14:cNvContentPartPr/>
              <p14:nvPr/>
            </p14:nvContentPartPr>
            <p14:xfrm>
              <a:off x="2641680" y="2165400"/>
              <a:ext cx="2826000" cy="31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0E4FB4-F80E-82C6-B3A2-564EA7E769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2320" y="2156040"/>
                <a:ext cx="2844720" cy="3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377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EAF4-1EB6-8753-35A8-6F30E0E8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8E4B-183A-8E9F-A211-7EFB9C02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2EFA-DB62-C544-4690-E195886D2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4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51172-A409-C5C8-9EEE-3C3543BD5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63" y="2064902"/>
            <a:ext cx="9396274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1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05D2-A8B1-4A82-BA7B-78A4EE6B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085BE8-F0DF-A690-9437-0938EDB2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F5B286-B5A1-3C4B-E19F-FB3F6C1989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(A) (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3x2</a:t>
                </a:r>
                <a:r>
                  <a:rPr lang="en-US" altLang="zh-TW" dirty="0"/>
                  <a:t>)(2x1) = (3x1)</a:t>
                </a:r>
              </a:p>
              <a:p>
                <a:pPr lvl="1"/>
                <a:r>
                  <a:rPr lang="en-US" altLang="zh-TW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存在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(B) 3 equations, 2 unknown -&gt; </a:t>
                </a:r>
                <a:r>
                  <a:rPr lang="zh-TW" altLang="en-US" dirty="0"/>
                  <a:t>有可是會 </a:t>
                </a:r>
                <a:r>
                  <a:rPr lang="en-US" altLang="zh-TW" dirty="0"/>
                  <a:t>consistent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(C) non-singular = </a:t>
                </a:r>
                <a:r>
                  <a:rPr lang="zh-TW" altLang="en-US" dirty="0"/>
                  <a:t>可寫成 </a:t>
                </a:r>
                <a:r>
                  <a:rPr lang="en-US" altLang="zh-TW" dirty="0"/>
                  <a:t>elementary matrix </a:t>
                </a:r>
                <a:r>
                  <a:rPr lang="zh-TW" altLang="en-US" dirty="0"/>
                  <a:t>的乘積，所以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皆可寫成 </a:t>
                </a:r>
                <a:r>
                  <a:rPr lang="en-US" altLang="zh-TW" dirty="0"/>
                  <a:t>elementary matrix </a:t>
                </a:r>
                <a:r>
                  <a:rPr lang="zh-TW" altLang="en-US" dirty="0"/>
                  <a:t>的乘積，</a:t>
                </a:r>
                <a:r>
                  <a:rPr lang="en-US" altLang="zh-TW" dirty="0"/>
                  <a:t>AB </a:t>
                </a:r>
                <a:r>
                  <a:rPr lang="zh-TW" altLang="en-US" dirty="0"/>
                  <a:t>也可以，所以 </a:t>
                </a:r>
                <a:r>
                  <a:rPr lang="en-US" altLang="zh-TW" dirty="0"/>
                  <a:t>AB</a:t>
                </a:r>
                <a:r>
                  <a:rPr lang="zh-TW" altLang="en-US" dirty="0"/>
                  <a:t> 為 </a:t>
                </a:r>
                <a:r>
                  <a:rPr lang="en-US" altLang="zh-TW" dirty="0"/>
                  <a:t>non-singular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F5B286-B5A1-3C4B-E19F-FB3F6C1989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4B93055-CF91-88C8-0D0A-AFE8A01B9134}"/>
              </a:ext>
            </a:extLst>
          </p:cNvPr>
          <p:cNvSpPr/>
          <p:nvPr/>
        </p:nvSpPr>
        <p:spPr>
          <a:xfrm>
            <a:off x="1738202" y="4413982"/>
            <a:ext cx="1088973" cy="349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DA6CC0-1C36-47A7-D6BA-06964847A67F}"/>
              </a:ext>
            </a:extLst>
          </p:cNvPr>
          <p:cNvGrpSpPr/>
          <p:nvPr/>
        </p:nvGrpSpPr>
        <p:grpSpPr>
          <a:xfrm>
            <a:off x="2929048" y="4161350"/>
            <a:ext cx="824040" cy="623880"/>
            <a:chOff x="2929048" y="4161350"/>
            <a:chExt cx="824040" cy="62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BB9E46-C562-221B-B4CA-BD087EA9D6CB}"/>
                    </a:ext>
                  </a:extLst>
                </p14:cNvPr>
                <p14:cNvContentPartPr/>
                <p14:nvPr/>
              </p14:nvContentPartPr>
              <p14:xfrm>
                <a:off x="2934808" y="4161350"/>
                <a:ext cx="172800" cy="520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BB9E46-C562-221B-B4CA-BD087EA9D6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28688" y="4155230"/>
                  <a:ext cx="185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81017F-A2EB-06DF-313C-841EC4845193}"/>
                    </a:ext>
                  </a:extLst>
                </p14:cNvPr>
                <p14:cNvContentPartPr/>
                <p14:nvPr/>
              </p14:nvContentPartPr>
              <p14:xfrm>
                <a:off x="2929048" y="4571750"/>
                <a:ext cx="151200" cy="213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81017F-A2EB-06DF-313C-841EC48451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22928" y="4565630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2A2275-17FB-6B69-6EAD-BAAABED60857}"/>
                    </a:ext>
                  </a:extLst>
                </p14:cNvPr>
                <p14:cNvContentPartPr/>
                <p14:nvPr/>
              </p14:nvContentPartPr>
              <p14:xfrm>
                <a:off x="3330808" y="4515950"/>
                <a:ext cx="101520" cy="1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2A2275-17FB-6B69-6EAD-BAAABED608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24688" y="4509830"/>
                  <a:ext cx="113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CC2A13-72BC-DF4D-9A62-62C6664FA392}"/>
                    </a:ext>
                  </a:extLst>
                </p14:cNvPr>
                <p14:cNvContentPartPr/>
                <p14:nvPr/>
              </p14:nvContentPartPr>
              <p14:xfrm>
                <a:off x="3526648" y="4441070"/>
                <a:ext cx="122760" cy="178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CC2A13-72BC-DF4D-9A62-62C6664FA3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20528" y="4434950"/>
                  <a:ext cx="135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7FEA1D-FBF5-BF34-21DD-7C0DE825E64C}"/>
                    </a:ext>
                  </a:extLst>
                </p14:cNvPr>
                <p14:cNvContentPartPr/>
                <p14:nvPr/>
              </p14:nvContentPartPr>
              <p14:xfrm>
                <a:off x="3264928" y="4366550"/>
                <a:ext cx="167400" cy="336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7FEA1D-FBF5-BF34-21DD-7C0DE825E6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58808" y="4360430"/>
                  <a:ext cx="179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6B2BF1-F40C-98DE-9A5A-21ED5CB78080}"/>
                    </a:ext>
                  </a:extLst>
                </p14:cNvPr>
                <p14:cNvContentPartPr/>
                <p14:nvPr/>
              </p14:nvContentPartPr>
              <p14:xfrm>
                <a:off x="3654808" y="4422710"/>
                <a:ext cx="98280" cy="295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6B2BF1-F40C-98DE-9A5A-21ED5CB780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48688" y="4416230"/>
                  <a:ext cx="110520" cy="30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5772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0FB6-88A5-6C23-3866-EFE83DFCD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7C948-C49F-5D1D-F345-086FBB2D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4D906F-D3DA-F059-7ADC-719F32C99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(D) A + B </a:t>
                </a:r>
                <a:r>
                  <a:rPr lang="zh-TW" altLang="en-US" dirty="0"/>
                  <a:t>就不一定會 </a:t>
                </a:r>
                <a:r>
                  <a:rPr lang="en-US" altLang="zh-TW" dirty="0"/>
                  <a:t>nonsingular</a:t>
                </a:r>
              </a:p>
              <a:p>
                <a:pPr lvl="1"/>
                <a:r>
                  <a:rPr lang="en-US" altLang="zh-TW" dirty="0" err="1"/>
                  <a:t>e.q</a:t>
                </a:r>
                <a:r>
                  <a:rPr lang="en-US" altLang="zh-TW" dirty="0"/>
                  <a:t>.  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, 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, A+B=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(E) </a:t>
                </a:r>
                <a:r>
                  <a:rPr lang="zh-TW" altLang="en-US" dirty="0"/>
                  <a:t>一個小技巧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因為 </a:t>
                </a:r>
                <a:r>
                  <a:rPr lang="en-US" altLang="zh-TW" dirty="0"/>
                  <a:t>(A+B)</a:t>
                </a:r>
                <a:r>
                  <a:rPr lang="zh-TW" altLang="en-US" dirty="0"/>
                  <a:t> 可逆，並且 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 可逆，可逆矩陣相乘依然可逆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4D906F-D3DA-F059-7ADC-719F32C99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41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A588-D42B-372C-4E8F-DCD6665D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F163-BAD7-25BA-30E4-05341787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E051C-F626-2172-0164-0CDE20C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96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0857-604B-FDFE-2BAA-B7E57ABF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DD302-EE2C-FA70-7A44-3B5EC14F5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18" y="796608"/>
            <a:ext cx="9502964" cy="331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8FB8F-8651-1625-4083-A66AD9020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518" y="4218796"/>
            <a:ext cx="9502964" cy="14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8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705E-6594-9363-079B-B1B4C8D3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7BF34-8964-B284-3391-6CA830E8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724BB52-745A-C973-BB37-FBE6F4FF5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(A)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adjoint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1=1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𝑜𝑓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𝑜𝑓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𝑜𝑓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0=0</m:t>
                    </m:r>
                  </m:oMath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adj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724BB52-745A-C973-BB37-FBE6F4FF5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FC9F451-8EDF-5FF8-CAED-E69CABD4883D}"/>
              </a:ext>
            </a:extLst>
          </p:cNvPr>
          <p:cNvSpPr/>
          <p:nvPr/>
        </p:nvSpPr>
        <p:spPr>
          <a:xfrm>
            <a:off x="2906004" y="3850104"/>
            <a:ext cx="1200939" cy="77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F77383-CFEC-8DCF-A12C-76125B1815DF}"/>
              </a:ext>
            </a:extLst>
          </p:cNvPr>
          <p:cNvSpPr/>
          <p:nvPr/>
        </p:nvSpPr>
        <p:spPr>
          <a:xfrm>
            <a:off x="4399392" y="3782881"/>
            <a:ext cx="1200939" cy="904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43541-80A2-48E7-B592-4E0617B845BD}"/>
              </a:ext>
            </a:extLst>
          </p:cNvPr>
          <p:cNvSpPr txBox="1"/>
          <p:nvPr/>
        </p:nvSpPr>
        <p:spPr>
          <a:xfrm>
            <a:off x="3641558" y="4822285"/>
            <a:ext cx="1182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transpose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978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97FF-89F8-B782-C577-3BE16D45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32F2EA-D747-BE8D-BE0E-2BB0E5A3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7C92C3-DA3C-982A-B1BD-94005C685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endParaRPr lang="en-US" altLang="zh-TW" dirty="0"/>
              </a:p>
              <a:p>
                <a:r>
                  <a:rPr lang="en-US" altLang="zh-TW" dirty="0"/>
                  <a:t>(B)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+3)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7C92C3-DA3C-982A-B1BD-94005C685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EF15E9-7F3D-BBAE-893A-16C2FF7F20E5}"/>
                  </a:ext>
                </a:extLst>
              </p14:cNvPr>
              <p14:cNvContentPartPr/>
              <p14:nvPr/>
            </p14:nvContentPartPr>
            <p14:xfrm>
              <a:off x="2556088" y="5318390"/>
              <a:ext cx="720" cy="793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EF15E9-7F3D-BBAE-893A-16C2FF7F20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3848" y="5311910"/>
                <a:ext cx="2520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0A61717-7DCB-1D95-BD12-509005697E53}"/>
                  </a:ext>
                </a:extLst>
              </p14:cNvPr>
              <p14:cNvContentPartPr/>
              <p14:nvPr/>
            </p14:nvContentPartPr>
            <p14:xfrm>
              <a:off x="2565808" y="6101750"/>
              <a:ext cx="2090520" cy="1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0A61717-7DCB-1D95-BD12-509005697E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9688" y="6095630"/>
                <a:ext cx="21027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EB1FEC-B81D-277B-ADDC-8D3CCBE8DE35}"/>
                  </a:ext>
                </a:extLst>
              </p14:cNvPr>
              <p14:cNvContentPartPr/>
              <p14:nvPr/>
            </p14:nvContentPartPr>
            <p14:xfrm>
              <a:off x="2565808" y="5337110"/>
              <a:ext cx="2062440" cy="9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2EB1FEC-B81D-277B-ADDC-8D3CCBE8DE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59688" y="5330630"/>
                <a:ext cx="20746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E9C478-8EF7-A089-201D-33E626A7662E}"/>
                  </a:ext>
                </a:extLst>
              </p14:cNvPr>
              <p14:cNvContentPartPr/>
              <p14:nvPr/>
            </p14:nvContentPartPr>
            <p14:xfrm>
              <a:off x="4618168" y="5337110"/>
              <a:ext cx="28440" cy="746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E9C478-8EF7-A089-201D-33E626A766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12048" y="5330630"/>
                <a:ext cx="40680" cy="7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49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0C07-9EC0-5B9B-BEAF-06A169B7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A4FF08-2806-8421-44CC-4D7AB128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2AFCA4D-8E24-DAF6-9EC2-434D9E58E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(C) </a:t>
                </a:r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=1/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𝑑𝑒𝑡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(D)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linear combination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1,3,5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1,0,1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=(1,6,9)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∙7+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∙9=5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2AFCA4D-8E24-DAF6-9EC2-434D9E58E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18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B3D9-643D-260F-8D26-904C03B3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597C-CA44-5EB5-8DEC-0256E8E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A7DE-2031-A681-E61B-49D1B2F7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624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199D-AF6B-01D1-E4ED-CF7DA0D2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2435F-7481-03F3-C9DD-947BB299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55" y="2183022"/>
            <a:ext cx="910668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93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E6EE-E7DF-9908-B904-68C48774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62847A-2CBE-F92A-F97F-4C05BDE2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2E45849-339F-1CBA-00B4-83AD5F39B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(A) </a:t>
                </a:r>
                <a:r>
                  <a:rPr lang="zh-TW" altLang="en-US" dirty="0"/>
                  <a:t>只有在 </a:t>
                </a:r>
                <a:r>
                  <a:rPr lang="en-US" altLang="zh-TW" dirty="0"/>
                  <a:t>ABCD</a:t>
                </a:r>
                <a:r>
                  <a:rPr lang="zh-TW" altLang="en-US" dirty="0"/>
                  <a:t> 皆是 </a:t>
                </a:r>
                <a:r>
                  <a:rPr lang="en-US" altLang="zh-TW" dirty="0"/>
                  <a:t>1x1,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才成立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lang="en-US" altLang="zh-TW" b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(B)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det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det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TW" dirty="0"/>
                  <a:t>)det(A)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(C)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當 </a:t>
                </a:r>
                <a:r>
                  <a:rPr lang="en-US" altLang="zh-TW" dirty="0"/>
                  <a:t>n </a:t>
                </a:r>
                <a:r>
                  <a:rPr lang="zh-TW" altLang="en-US" dirty="0"/>
                  <a:t>為 </a:t>
                </a:r>
                <a:r>
                  <a:rPr lang="en-US" altLang="zh-TW" dirty="0"/>
                  <a:t>odd, det(-A)=det(A)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2E45849-339F-1CBA-00B4-83AD5F39B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5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35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C5BA-39E0-2257-92EF-88576282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B2F216-414E-3A51-7718-115B0CA6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68F05B2-9B1F-B26A-3D95-EC0DB6FA3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(D)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𝑑𝑒𝑡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b="0" dirty="0"/>
              </a:p>
              <a:p>
                <a:r>
                  <a:rPr lang="en-US" altLang="zh-TW" dirty="0"/>
                  <a:t>(E) orthogonal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68F05B2-9B1F-B26A-3D95-EC0DB6FA3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282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7FCA-68E4-8847-6C5C-004012D4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0718B6-D209-E9FB-6FDA-545B1B60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D33478-BE1B-7DC9-2C84-52FB7D99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Ch1: system of linear equations</a:t>
            </a:r>
          </a:p>
          <a:p>
            <a:r>
              <a:rPr lang="en-US" altLang="zh-TW" dirty="0"/>
              <a:t>CH2: determinant</a:t>
            </a:r>
          </a:p>
          <a:p>
            <a:pPr lvl="1"/>
            <a:r>
              <a:rPr lang="zh-TW" altLang="en-US" dirty="0"/>
              <a:t>性質</a:t>
            </a:r>
            <a:endParaRPr lang="en-US" altLang="zh-TW" dirty="0"/>
          </a:p>
          <a:p>
            <a:pPr lvl="1"/>
            <a:r>
              <a:rPr lang="zh-TW" altLang="en-US" dirty="0"/>
              <a:t>應用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adjoint matrix</a:t>
            </a:r>
          </a:p>
          <a:p>
            <a:pPr lvl="1"/>
            <a:r>
              <a:rPr lang="zh-TW" altLang="en-US" dirty="0"/>
              <a:t>一定要是方陣才有 </a:t>
            </a:r>
            <a:r>
              <a:rPr lang="en-US" altLang="zh-TW" dirty="0"/>
              <a:t>determinant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44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562</Words>
  <Application>Microsoft Office PowerPoint</Application>
  <PresentationFormat>Widescreen</PresentationFormat>
  <Paragraphs>81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2026.8.15</vt:lpstr>
      <vt:lpstr>1</vt:lpstr>
      <vt:lpstr>PowerPoint Presentation</vt:lpstr>
      <vt:lpstr>sol</vt:lpstr>
      <vt:lpstr>sol</vt:lpstr>
      <vt:lpstr>Row Echelon form</vt:lpstr>
      <vt:lpstr>2</vt:lpstr>
      <vt:lpstr>PowerPoint Presentation</vt:lpstr>
      <vt:lpstr>sol</vt:lpstr>
      <vt:lpstr>sol</vt:lpstr>
      <vt:lpstr>3</vt:lpstr>
      <vt:lpstr>PowerPoint Presentation</vt:lpstr>
      <vt:lpstr>sol</vt:lpstr>
      <vt:lpstr>sol</vt:lpstr>
      <vt:lpstr>sol</vt:lpstr>
      <vt:lpstr>4</vt:lpstr>
      <vt:lpstr>PowerPoint Presentation</vt:lpstr>
      <vt:lpstr>sol</vt:lpstr>
      <vt:lpstr>sol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14</cp:revision>
  <dcterms:created xsi:type="dcterms:W3CDTF">2026-08-14T14:35:36Z</dcterms:created>
  <dcterms:modified xsi:type="dcterms:W3CDTF">2026-08-15T07:44:48Z</dcterms:modified>
</cp:coreProperties>
</file>