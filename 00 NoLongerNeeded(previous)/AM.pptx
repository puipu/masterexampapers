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4" autoAdjust="0"/>
    <p:restoredTop sz="94660"/>
  </p:normalViewPr>
  <p:slideViewPr>
    <p:cSldViewPr snapToGrid="0">
      <p:cViewPr>
        <p:scale>
          <a:sx n="75" d="100"/>
          <a:sy n="75" d="100"/>
        </p:scale>
        <p:origin x="40" y="-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A99FF-72CC-E8B6-8737-E04B2221C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BFD635-7FE9-FB43-427A-BF2965398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796E55-BFC5-E5E7-D925-FCAC6E05A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D9E9A5-D03C-03AB-4248-65137682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ACABA3-A18F-7760-8FFF-0D6ECCBB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24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2E00D4-193B-ACDB-CE71-0EE5B597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39B33E-5501-E5E4-4308-1EAF60830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8EF8F3-4F71-2259-BC02-688FF19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9DC7FA-465E-B5D5-8310-89CE6C8D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6CE861-E5C0-D94D-7132-45108BD2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66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F279ED-1321-C8DC-B72D-87DA67DC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D04A42-10C2-FA33-6931-D11465631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6DB02E-51EE-3874-A17E-5C5AF5CB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D41161-61DE-8776-8419-9596A2AA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5A362D-64C6-F8D1-D23D-17919D82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98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8F9272-5747-48C2-77D4-AFDB0906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C58603-C52A-B966-A058-EE65A3BFB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B80CF5F-A81E-86F1-4907-270184949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69913B-625F-0313-828A-5CD769AF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BB7D8B-BD80-5385-5AE0-D5AA7166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5E941E-150E-3301-92A2-80A422E4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8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C94A2-85EE-30AE-CFAC-2FB45423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483594-613B-13C4-5389-F4AE391B8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AE7606-A50B-A0C2-2272-A0227ABD2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6393FAE-AFC5-5B9E-40F5-E65928AA3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93CFD4F-085B-9D5A-C32F-BDD53BAB8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031338C-5EBA-24AE-3C23-1D28CF8B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2AB287-A896-EAFE-C698-D7D9982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6337C1-1C13-4809-630D-9A93D762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74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628E9-43BF-24AF-E354-1ABD3B4F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6EA3D56-907C-236E-6199-DFE610405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58D80BB-C06B-C687-0B4D-3A890513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3CD83E-50FF-347E-EEB6-11E05CBF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639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C06E8B-E60E-CB33-A211-71703D88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0DB2F8C-F4BE-2AE4-F39F-97255369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C123DF-DF0D-2CD0-9A5C-2650A3F2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669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337D0-10B9-705A-FA37-70203B4A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8A42B4-33AD-62DD-DC7D-5C0CE09D8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9DEEEC7-2843-1B3F-4D3E-254DD3E36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AF7BF9-9F66-109C-0539-F5F37D591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77F7B8-CFB4-B575-40AF-CBA81285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D176DF-CB86-81E2-BF5B-48419207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67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2875B2-3EF7-A343-1E07-4ED201E47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8E36A12-CC20-C735-680F-A56F56DD4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C36A81-A256-F9D2-6438-AB71B484A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F7F330-EDE2-671F-F639-B2F818D3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55D45E-EAA4-6B9C-C325-57E5764A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BE0198-D092-9B0A-52B9-46531F78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399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5F41DC-DCDF-1ABE-1BFD-1178EBAA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C62413-5571-F1A7-5770-402939B5A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805EF8-2759-7640-7523-E96DDB8C0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A895F6-CF74-E423-A3AD-769DF29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5633E3-DD61-1289-52E6-D82EB013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66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DC312AF-F893-2A7F-9108-5D2301867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68F76D-52AB-51E8-0A69-BB7A052CF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D69A90-AFE6-48EC-B454-F581FEB7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A6F945-D7AF-AD86-6110-6066E344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6D59D2-C551-0C18-2F24-7B5E193D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959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B9A8A94-910C-9AE7-87DA-7904AD25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1A3302-9E23-8E43-CAF9-49DC616A8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341E06-0BBA-B83E-14C8-699D45931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E1CAE-A574-4904-857D-360CB8C90B00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A5604D-9893-9E53-4298-526201FB6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8E0D63-E842-CA6A-2957-67E683FAE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9CE78-22B1-4918-9039-C233DC3BE3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85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72B761-6E81-5784-3522-381B4E908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1D73B10-5419-A5CE-6D34-95338F1DFA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06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825028-9821-0E90-6653-3048BFA6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7DE1DE-D701-1C04-51D3-0153608AB738}"/>
              </a:ext>
            </a:extLst>
          </p:cNvPr>
          <p:cNvSpPr/>
          <p:nvPr/>
        </p:nvSpPr>
        <p:spPr>
          <a:xfrm>
            <a:off x="2523067" y="1947333"/>
            <a:ext cx="3403600" cy="651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9C18C2-9F23-B8AA-0A14-D89EFC163719}"/>
              </a:ext>
            </a:extLst>
          </p:cNvPr>
          <p:cNvSpPr/>
          <p:nvPr/>
        </p:nvSpPr>
        <p:spPr>
          <a:xfrm>
            <a:off x="5926667" y="1947333"/>
            <a:ext cx="679450" cy="6519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5729A8-6AFB-DE7E-02DC-1B9D16837DE4}"/>
              </a:ext>
            </a:extLst>
          </p:cNvPr>
          <p:cNvSpPr/>
          <p:nvPr/>
        </p:nvSpPr>
        <p:spPr>
          <a:xfrm>
            <a:off x="2523067" y="3147482"/>
            <a:ext cx="3403600" cy="6519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E263FD-994A-1429-6CDE-CF98F6CC895F}"/>
              </a:ext>
            </a:extLst>
          </p:cNvPr>
          <p:cNvSpPr/>
          <p:nvPr/>
        </p:nvSpPr>
        <p:spPr>
          <a:xfrm>
            <a:off x="5926667" y="3147482"/>
            <a:ext cx="679450" cy="6519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009A2E8-F110-43AC-A11E-6FB791F3E525}"/>
                  </a:ext>
                </a:extLst>
              </p:cNvPr>
              <p:cNvSpPr txBox="1"/>
              <p:nvPr/>
            </p:nvSpPr>
            <p:spPr>
              <a:xfrm>
                <a:off x="4142945" y="2100403"/>
                <a:ext cx="5738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009A2E8-F110-43AC-A11E-6FB791F3E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945" y="2100403"/>
                <a:ext cx="573811" cy="276999"/>
              </a:xfrm>
              <a:prstGeom prst="rect">
                <a:avLst/>
              </a:prstGeom>
              <a:blipFill>
                <a:blip r:embed="rId2"/>
                <a:stretch>
                  <a:fillRect l="-10638" r="-4255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8E2A6F5-219B-4954-92CF-F1C65A65D075}"/>
                  </a:ext>
                </a:extLst>
              </p:cNvPr>
              <p:cNvSpPr txBox="1"/>
              <p:nvPr/>
            </p:nvSpPr>
            <p:spPr>
              <a:xfrm>
                <a:off x="4180417" y="3334949"/>
                <a:ext cx="5020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8E2A6F5-219B-4954-92CF-F1C65A65D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417" y="3334949"/>
                <a:ext cx="502061" cy="276999"/>
              </a:xfrm>
              <a:prstGeom prst="rect">
                <a:avLst/>
              </a:prstGeom>
              <a:blipFill>
                <a:blip r:embed="rId3"/>
                <a:stretch>
                  <a:fillRect l="-12195" r="-4878"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DA2E86E-99AA-0E3D-E122-460543D6467D}"/>
                  </a:ext>
                </a:extLst>
              </p:cNvPr>
              <p:cNvSpPr txBox="1"/>
              <p:nvPr/>
            </p:nvSpPr>
            <p:spPr>
              <a:xfrm>
                <a:off x="6098910" y="2100403"/>
                <a:ext cx="334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DA2E86E-99AA-0E3D-E122-460543D64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910" y="2100403"/>
                <a:ext cx="334963" cy="276999"/>
              </a:xfrm>
              <a:prstGeom prst="rect">
                <a:avLst/>
              </a:prstGeom>
              <a:blipFill>
                <a:blip r:embed="rId4"/>
                <a:stretch>
                  <a:fillRect l="-10909" r="-1818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F67DE0D-4843-6D6E-F75D-C667FCD6E25B}"/>
                  </a:ext>
                </a:extLst>
              </p:cNvPr>
              <p:cNvSpPr txBox="1"/>
              <p:nvPr/>
            </p:nvSpPr>
            <p:spPr>
              <a:xfrm>
                <a:off x="6127636" y="3334949"/>
                <a:ext cx="2775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F67DE0D-4843-6D6E-F75D-C667FCD6E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636" y="3334949"/>
                <a:ext cx="277512" cy="276999"/>
              </a:xfrm>
              <a:prstGeom prst="rect">
                <a:avLst/>
              </a:prstGeom>
              <a:blipFill>
                <a:blip r:embed="rId5"/>
                <a:stretch>
                  <a:fillRect l="-21739" r="-2174" b="-23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3CE00690-2E6A-AD4E-D5B0-5CD4EB4E8AA8}"/>
              </a:ext>
            </a:extLst>
          </p:cNvPr>
          <p:cNvSpPr/>
          <p:nvPr/>
        </p:nvSpPr>
        <p:spPr>
          <a:xfrm>
            <a:off x="2523067" y="4258734"/>
            <a:ext cx="3403600" cy="6519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1AF8FF-2244-0F1D-1D0B-77A44E5484DB}"/>
              </a:ext>
            </a:extLst>
          </p:cNvPr>
          <p:cNvSpPr/>
          <p:nvPr/>
        </p:nvSpPr>
        <p:spPr>
          <a:xfrm>
            <a:off x="5926667" y="4258734"/>
            <a:ext cx="679450" cy="6519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58979E9-8EF6-63AB-F69A-9BF9966D2A6E}"/>
                  </a:ext>
                </a:extLst>
              </p:cNvPr>
              <p:cNvSpPr txBox="1"/>
              <p:nvPr/>
            </p:nvSpPr>
            <p:spPr>
              <a:xfrm>
                <a:off x="4209142" y="4439849"/>
                <a:ext cx="517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58979E9-8EF6-63AB-F69A-9BF9966D2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42" y="4439849"/>
                <a:ext cx="517065" cy="276999"/>
              </a:xfrm>
              <a:prstGeom prst="rect">
                <a:avLst/>
              </a:prstGeom>
              <a:blipFill>
                <a:blip r:embed="rId6"/>
                <a:stretch>
                  <a:fillRect l="-10588" r="-4706"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67C8B6E-4EA2-FFEA-BBDB-9B9CD266AD82}"/>
                  </a:ext>
                </a:extLst>
              </p:cNvPr>
              <p:cNvSpPr txBox="1"/>
              <p:nvPr/>
            </p:nvSpPr>
            <p:spPr>
              <a:xfrm>
                <a:off x="6156361" y="4439849"/>
                <a:ext cx="2701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67C8B6E-4EA2-FFEA-BBDB-9B9CD266A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361" y="4439849"/>
                <a:ext cx="270138" cy="276999"/>
              </a:xfrm>
              <a:prstGeom prst="rect">
                <a:avLst/>
              </a:prstGeom>
              <a:blipFill>
                <a:blip r:embed="rId7"/>
                <a:stretch>
                  <a:fillRect l="-13636" r="-4545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17B79EF-A666-03A2-3F7E-CAF539B15CE1}"/>
                  </a:ext>
                </a:extLst>
              </p:cNvPr>
              <p:cNvSpPr txBox="1"/>
              <p:nvPr/>
            </p:nvSpPr>
            <p:spPr>
              <a:xfrm>
                <a:off x="8301807" y="2682694"/>
                <a:ext cx="1579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17B79EF-A666-03A2-3F7E-CAF539B1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07" y="2682694"/>
                <a:ext cx="157927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06AE1702-A39E-C6F5-5B63-9EA12E4B8720}"/>
              </a:ext>
            </a:extLst>
          </p:cNvPr>
          <p:cNvSpPr txBox="1"/>
          <p:nvPr/>
        </p:nvSpPr>
        <p:spPr>
          <a:xfrm>
            <a:off x="7403644" y="1925081"/>
            <a:ext cx="1356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Case 1: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0FE72AA-8C52-84B4-E818-189FB60F7C42}"/>
                  </a:ext>
                </a:extLst>
              </p:cNvPr>
              <p:cNvSpPr txBox="1"/>
              <p:nvPr/>
            </p:nvSpPr>
            <p:spPr>
              <a:xfrm>
                <a:off x="8301807" y="3334949"/>
                <a:ext cx="29437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&amp;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en-US" dirty="0"/>
                  <a:t> 的</a:t>
                </a:r>
                <a:r>
                  <a:rPr lang="en-US" altLang="zh-TW" dirty="0"/>
                  <a:t> LCS</a:t>
                </a:r>
                <a:endParaRPr lang="zh-TW" altLang="en-US" dirty="0"/>
              </a:p>
            </p:txBody>
          </p:sp>
        </mc:Choice>
        <mc:Fallback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0FE72AA-8C52-84B4-E818-189FB60F7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07" y="3334949"/>
                <a:ext cx="2943755" cy="369332"/>
              </a:xfrm>
              <a:prstGeom prst="rect">
                <a:avLst/>
              </a:prstGeom>
              <a:blipFill>
                <a:blip r:embed="rId9"/>
                <a:stretch>
                  <a:fillRect t="-8197" r="-1035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5E20974D-95EB-644F-431F-A39DD0CF69B2}"/>
              </a:ext>
            </a:extLst>
          </p:cNvPr>
          <p:cNvSpPr/>
          <p:nvPr/>
        </p:nvSpPr>
        <p:spPr>
          <a:xfrm>
            <a:off x="7787640" y="3429000"/>
            <a:ext cx="294235" cy="18294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62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B811-BF1F-EEC3-1F92-54AF016A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9E7A4-91AC-B225-5230-A6189753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964319-38C2-7239-8BC5-F8480ED28AF4}"/>
              </a:ext>
            </a:extLst>
          </p:cNvPr>
          <p:cNvSpPr/>
          <p:nvPr/>
        </p:nvSpPr>
        <p:spPr>
          <a:xfrm>
            <a:off x="2523067" y="1947333"/>
            <a:ext cx="3403600" cy="651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FDE568-449E-E9EB-CF6B-8273700F953D}"/>
              </a:ext>
            </a:extLst>
          </p:cNvPr>
          <p:cNvSpPr/>
          <p:nvPr/>
        </p:nvSpPr>
        <p:spPr>
          <a:xfrm>
            <a:off x="5926667" y="1947333"/>
            <a:ext cx="679450" cy="6519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BFBEF7-108B-A207-A96E-6458F0AD99B3}"/>
              </a:ext>
            </a:extLst>
          </p:cNvPr>
          <p:cNvSpPr/>
          <p:nvPr/>
        </p:nvSpPr>
        <p:spPr>
          <a:xfrm>
            <a:off x="2523067" y="3147482"/>
            <a:ext cx="3403600" cy="6519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048002-0DD7-441A-B91F-47437F1BCFE5}"/>
              </a:ext>
            </a:extLst>
          </p:cNvPr>
          <p:cNvSpPr/>
          <p:nvPr/>
        </p:nvSpPr>
        <p:spPr>
          <a:xfrm>
            <a:off x="5926667" y="3147482"/>
            <a:ext cx="679450" cy="6519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40EE3E1-82B1-3B78-3BD1-C9C0371DBF48}"/>
                  </a:ext>
                </a:extLst>
              </p:cNvPr>
              <p:cNvSpPr txBox="1"/>
              <p:nvPr/>
            </p:nvSpPr>
            <p:spPr>
              <a:xfrm>
                <a:off x="4142945" y="2100403"/>
                <a:ext cx="5738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40EE3E1-82B1-3B78-3BD1-C9C0371DB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945" y="2100403"/>
                <a:ext cx="573811" cy="276999"/>
              </a:xfrm>
              <a:prstGeom prst="rect">
                <a:avLst/>
              </a:prstGeom>
              <a:blipFill>
                <a:blip r:embed="rId2"/>
                <a:stretch>
                  <a:fillRect l="-10638" r="-4255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1C19B0A-77A1-02EA-0052-3AF9DBD071FA}"/>
                  </a:ext>
                </a:extLst>
              </p:cNvPr>
              <p:cNvSpPr txBox="1"/>
              <p:nvPr/>
            </p:nvSpPr>
            <p:spPr>
              <a:xfrm>
                <a:off x="4180417" y="3334949"/>
                <a:ext cx="5020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1C19B0A-77A1-02EA-0052-3AF9DBD07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417" y="3334949"/>
                <a:ext cx="502061" cy="276999"/>
              </a:xfrm>
              <a:prstGeom prst="rect">
                <a:avLst/>
              </a:prstGeom>
              <a:blipFill>
                <a:blip r:embed="rId3"/>
                <a:stretch>
                  <a:fillRect l="-12195" r="-4878"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FBA22A7-4905-4667-5C38-1FA1CF2430B8}"/>
                  </a:ext>
                </a:extLst>
              </p:cNvPr>
              <p:cNvSpPr txBox="1"/>
              <p:nvPr/>
            </p:nvSpPr>
            <p:spPr>
              <a:xfrm>
                <a:off x="6098910" y="2100403"/>
                <a:ext cx="334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FBA22A7-4905-4667-5C38-1FA1CF243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910" y="2100403"/>
                <a:ext cx="334963" cy="276999"/>
              </a:xfrm>
              <a:prstGeom prst="rect">
                <a:avLst/>
              </a:prstGeom>
              <a:blipFill>
                <a:blip r:embed="rId4"/>
                <a:stretch>
                  <a:fillRect l="-10909" r="-1818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EF074AB-3184-C385-BBB1-989CABFAEF17}"/>
                  </a:ext>
                </a:extLst>
              </p:cNvPr>
              <p:cNvSpPr txBox="1"/>
              <p:nvPr/>
            </p:nvSpPr>
            <p:spPr>
              <a:xfrm>
                <a:off x="6127636" y="3334949"/>
                <a:ext cx="2775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EF074AB-3184-C385-BBB1-989CABFAE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636" y="3334949"/>
                <a:ext cx="277512" cy="276999"/>
              </a:xfrm>
              <a:prstGeom prst="rect">
                <a:avLst/>
              </a:prstGeom>
              <a:blipFill>
                <a:blip r:embed="rId5"/>
                <a:stretch>
                  <a:fillRect l="-21739" r="-2174" b="-23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EBACBD7F-FFA9-24ED-F534-82926C5EE81D}"/>
              </a:ext>
            </a:extLst>
          </p:cNvPr>
          <p:cNvSpPr/>
          <p:nvPr/>
        </p:nvSpPr>
        <p:spPr>
          <a:xfrm>
            <a:off x="2523067" y="4258734"/>
            <a:ext cx="3403600" cy="6519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1FA026-AD40-7E06-C438-C85A703D548D}"/>
              </a:ext>
            </a:extLst>
          </p:cNvPr>
          <p:cNvSpPr/>
          <p:nvPr/>
        </p:nvSpPr>
        <p:spPr>
          <a:xfrm>
            <a:off x="5926667" y="4258734"/>
            <a:ext cx="679450" cy="6519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9E894EC-7FC5-3D56-2656-CB69F20C1B0A}"/>
                  </a:ext>
                </a:extLst>
              </p:cNvPr>
              <p:cNvSpPr txBox="1"/>
              <p:nvPr/>
            </p:nvSpPr>
            <p:spPr>
              <a:xfrm>
                <a:off x="4209142" y="4439849"/>
                <a:ext cx="517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9E894EC-7FC5-3D56-2656-CB69F20C1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42" y="4439849"/>
                <a:ext cx="517065" cy="276999"/>
              </a:xfrm>
              <a:prstGeom prst="rect">
                <a:avLst/>
              </a:prstGeom>
              <a:blipFill>
                <a:blip r:embed="rId6"/>
                <a:stretch>
                  <a:fillRect l="-10588" r="-4706"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DB27485-6A96-D826-3D09-14A67B14123F}"/>
                  </a:ext>
                </a:extLst>
              </p:cNvPr>
              <p:cNvSpPr txBox="1"/>
              <p:nvPr/>
            </p:nvSpPr>
            <p:spPr>
              <a:xfrm>
                <a:off x="6156361" y="4439849"/>
                <a:ext cx="2701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DB27485-6A96-D826-3D09-14A67B141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361" y="4439849"/>
                <a:ext cx="270138" cy="276999"/>
              </a:xfrm>
              <a:prstGeom prst="rect">
                <a:avLst/>
              </a:prstGeom>
              <a:blipFill>
                <a:blip r:embed="rId7"/>
                <a:stretch>
                  <a:fillRect l="-13636" r="-4545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34E6AE5-6781-2892-06D3-6291230CD56D}"/>
                  </a:ext>
                </a:extLst>
              </p:cNvPr>
              <p:cNvSpPr txBox="1"/>
              <p:nvPr/>
            </p:nvSpPr>
            <p:spPr>
              <a:xfrm>
                <a:off x="8301807" y="2682694"/>
                <a:ext cx="20715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34E6AE5-6781-2892-06D3-6291230CD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07" y="2682694"/>
                <a:ext cx="2071593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41086DD0-8D1B-82A0-F501-E1839DC0D4CB}"/>
              </a:ext>
            </a:extLst>
          </p:cNvPr>
          <p:cNvSpPr txBox="1"/>
          <p:nvPr/>
        </p:nvSpPr>
        <p:spPr>
          <a:xfrm>
            <a:off x="7403644" y="1925081"/>
            <a:ext cx="1356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Case 2: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D9FD0D23-2255-4423-39B2-A8636A1C4071}"/>
                  </a:ext>
                </a:extLst>
              </p:cNvPr>
              <p:cNvSpPr txBox="1"/>
              <p:nvPr/>
            </p:nvSpPr>
            <p:spPr>
              <a:xfrm>
                <a:off x="8301807" y="3334949"/>
                <a:ext cx="2570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en-US" dirty="0"/>
                  <a:t> 的</a:t>
                </a:r>
                <a:r>
                  <a:rPr lang="en-US" altLang="zh-TW" dirty="0"/>
                  <a:t> LCS</a:t>
                </a:r>
                <a:endParaRPr lang="zh-TW" altLang="en-US" dirty="0"/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D9FD0D23-2255-4423-39B2-A8636A1C4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07" y="3334949"/>
                <a:ext cx="2570384" cy="369332"/>
              </a:xfrm>
              <a:prstGeom prst="rect">
                <a:avLst/>
              </a:prstGeom>
              <a:blipFill>
                <a:blip r:embed="rId9"/>
                <a:stretch>
                  <a:fillRect t="-8197" r="-1425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8D6B6239-92C6-12B1-BF41-51A9D6FD6321}"/>
              </a:ext>
            </a:extLst>
          </p:cNvPr>
          <p:cNvSpPr/>
          <p:nvPr/>
        </p:nvSpPr>
        <p:spPr>
          <a:xfrm>
            <a:off x="7787640" y="3429000"/>
            <a:ext cx="294235" cy="18294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646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8E1DC-F6E1-58E2-7881-3310FB9EE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D27AE8-365A-95A8-06BE-95E82A0B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D247FD-69BE-86C7-CD47-5B23595FBCDD}"/>
              </a:ext>
            </a:extLst>
          </p:cNvPr>
          <p:cNvSpPr/>
          <p:nvPr/>
        </p:nvSpPr>
        <p:spPr>
          <a:xfrm>
            <a:off x="2523067" y="1947333"/>
            <a:ext cx="3403600" cy="651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F41E45-D2F0-5308-1040-8B697B9BB0DE}"/>
              </a:ext>
            </a:extLst>
          </p:cNvPr>
          <p:cNvSpPr/>
          <p:nvPr/>
        </p:nvSpPr>
        <p:spPr>
          <a:xfrm>
            <a:off x="5926667" y="1947333"/>
            <a:ext cx="679450" cy="6519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1566BA-4E2B-0DC4-0BEE-7EA48CFCDA9D}"/>
              </a:ext>
            </a:extLst>
          </p:cNvPr>
          <p:cNvSpPr/>
          <p:nvPr/>
        </p:nvSpPr>
        <p:spPr>
          <a:xfrm>
            <a:off x="2523067" y="3147482"/>
            <a:ext cx="3403600" cy="6519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AFE5E1-C71F-BE09-3777-8101976AF88E}"/>
              </a:ext>
            </a:extLst>
          </p:cNvPr>
          <p:cNvSpPr/>
          <p:nvPr/>
        </p:nvSpPr>
        <p:spPr>
          <a:xfrm>
            <a:off x="5926667" y="3147482"/>
            <a:ext cx="679450" cy="6519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F945868-6C9B-E54B-1D60-BE61C049BE3E}"/>
                  </a:ext>
                </a:extLst>
              </p:cNvPr>
              <p:cNvSpPr txBox="1"/>
              <p:nvPr/>
            </p:nvSpPr>
            <p:spPr>
              <a:xfrm>
                <a:off x="4142945" y="2100403"/>
                <a:ext cx="5738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F945868-6C9B-E54B-1D60-BE61C049B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945" y="2100403"/>
                <a:ext cx="573811" cy="276999"/>
              </a:xfrm>
              <a:prstGeom prst="rect">
                <a:avLst/>
              </a:prstGeom>
              <a:blipFill>
                <a:blip r:embed="rId2"/>
                <a:stretch>
                  <a:fillRect l="-10638" r="-4255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53744CD-DDC7-ED34-9FE3-F383CD61A483}"/>
                  </a:ext>
                </a:extLst>
              </p:cNvPr>
              <p:cNvSpPr txBox="1"/>
              <p:nvPr/>
            </p:nvSpPr>
            <p:spPr>
              <a:xfrm>
                <a:off x="4180417" y="3334949"/>
                <a:ext cx="5020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53744CD-DDC7-ED34-9FE3-F383CD61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417" y="3334949"/>
                <a:ext cx="502061" cy="276999"/>
              </a:xfrm>
              <a:prstGeom prst="rect">
                <a:avLst/>
              </a:prstGeom>
              <a:blipFill>
                <a:blip r:embed="rId3"/>
                <a:stretch>
                  <a:fillRect l="-12195" r="-4878"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C9610D6-4741-A4CA-29F2-E83CC883D28C}"/>
                  </a:ext>
                </a:extLst>
              </p:cNvPr>
              <p:cNvSpPr txBox="1"/>
              <p:nvPr/>
            </p:nvSpPr>
            <p:spPr>
              <a:xfrm>
                <a:off x="6098910" y="2100403"/>
                <a:ext cx="334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C9610D6-4741-A4CA-29F2-E83CC883D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910" y="2100403"/>
                <a:ext cx="334963" cy="276999"/>
              </a:xfrm>
              <a:prstGeom prst="rect">
                <a:avLst/>
              </a:prstGeom>
              <a:blipFill>
                <a:blip r:embed="rId4"/>
                <a:stretch>
                  <a:fillRect l="-10909" r="-1818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C099525-9F40-B65E-1D47-31DD3F202196}"/>
                  </a:ext>
                </a:extLst>
              </p:cNvPr>
              <p:cNvSpPr txBox="1"/>
              <p:nvPr/>
            </p:nvSpPr>
            <p:spPr>
              <a:xfrm>
                <a:off x="6127636" y="3334949"/>
                <a:ext cx="2775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C099525-9F40-B65E-1D47-31DD3F20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636" y="3334949"/>
                <a:ext cx="277512" cy="276999"/>
              </a:xfrm>
              <a:prstGeom prst="rect">
                <a:avLst/>
              </a:prstGeom>
              <a:blipFill>
                <a:blip r:embed="rId5"/>
                <a:stretch>
                  <a:fillRect l="-21739" r="-2174" b="-23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F8E92F71-1E5F-B876-6588-3FAA1B65DEBD}"/>
              </a:ext>
            </a:extLst>
          </p:cNvPr>
          <p:cNvSpPr/>
          <p:nvPr/>
        </p:nvSpPr>
        <p:spPr>
          <a:xfrm>
            <a:off x="2523067" y="4258734"/>
            <a:ext cx="3403600" cy="6519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050C6F-67E5-5448-9E47-003FDA8F645E}"/>
              </a:ext>
            </a:extLst>
          </p:cNvPr>
          <p:cNvSpPr/>
          <p:nvPr/>
        </p:nvSpPr>
        <p:spPr>
          <a:xfrm>
            <a:off x="5926667" y="4258734"/>
            <a:ext cx="679450" cy="6519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2EE011A-AF7D-E06C-F4EC-58A34BC1F094}"/>
                  </a:ext>
                </a:extLst>
              </p:cNvPr>
              <p:cNvSpPr txBox="1"/>
              <p:nvPr/>
            </p:nvSpPr>
            <p:spPr>
              <a:xfrm>
                <a:off x="4209142" y="4439849"/>
                <a:ext cx="517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2EE011A-AF7D-E06C-F4EC-58A34BC1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42" y="4439849"/>
                <a:ext cx="517065" cy="276999"/>
              </a:xfrm>
              <a:prstGeom prst="rect">
                <a:avLst/>
              </a:prstGeom>
              <a:blipFill>
                <a:blip r:embed="rId6"/>
                <a:stretch>
                  <a:fillRect l="-10588" r="-4706"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CF0A0DE-C499-F8AA-2B80-545A93B69B1F}"/>
                  </a:ext>
                </a:extLst>
              </p:cNvPr>
              <p:cNvSpPr txBox="1"/>
              <p:nvPr/>
            </p:nvSpPr>
            <p:spPr>
              <a:xfrm>
                <a:off x="6156361" y="4439849"/>
                <a:ext cx="2701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CF0A0DE-C499-F8AA-2B80-545A93B69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361" y="4439849"/>
                <a:ext cx="270138" cy="276999"/>
              </a:xfrm>
              <a:prstGeom prst="rect">
                <a:avLst/>
              </a:prstGeom>
              <a:blipFill>
                <a:blip r:embed="rId7"/>
                <a:stretch>
                  <a:fillRect l="-13636" r="-4545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005B0BE-C4E7-90DA-5DF2-DA1190C89E05}"/>
                  </a:ext>
                </a:extLst>
              </p:cNvPr>
              <p:cNvSpPr txBox="1"/>
              <p:nvPr/>
            </p:nvSpPr>
            <p:spPr>
              <a:xfrm>
                <a:off x="8301807" y="2682694"/>
                <a:ext cx="2129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005B0BE-C4E7-90DA-5DF2-DA1190C89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07" y="2682694"/>
                <a:ext cx="2129044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4762AD58-6D32-070F-36CC-7D1CCECF9251}"/>
              </a:ext>
            </a:extLst>
          </p:cNvPr>
          <p:cNvSpPr txBox="1"/>
          <p:nvPr/>
        </p:nvSpPr>
        <p:spPr>
          <a:xfrm>
            <a:off x="7403644" y="1925081"/>
            <a:ext cx="1356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Case 3: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7DA1ED9-5241-4280-84C3-1EA7034DE212}"/>
                  </a:ext>
                </a:extLst>
              </p:cNvPr>
              <p:cNvSpPr txBox="1"/>
              <p:nvPr/>
            </p:nvSpPr>
            <p:spPr>
              <a:xfrm>
                <a:off x="8301807" y="3334949"/>
                <a:ext cx="26462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&amp;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TW" altLang="en-US" dirty="0"/>
                  <a:t> 的</a:t>
                </a:r>
                <a:r>
                  <a:rPr lang="en-US" altLang="zh-TW" dirty="0"/>
                  <a:t> LCS</a:t>
                </a:r>
                <a:endParaRPr lang="zh-TW" altLang="en-US" dirty="0"/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7DA1ED9-5241-4280-84C3-1EA7034DE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807" y="3334949"/>
                <a:ext cx="2646237" cy="369332"/>
              </a:xfrm>
              <a:prstGeom prst="rect">
                <a:avLst/>
              </a:prstGeom>
              <a:blipFill>
                <a:blip r:embed="rId9"/>
                <a:stretch>
                  <a:fillRect t="-8197" r="-1152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8D11DDE5-817D-AC78-1963-3A55A0AB373B}"/>
              </a:ext>
            </a:extLst>
          </p:cNvPr>
          <p:cNvSpPr/>
          <p:nvPr/>
        </p:nvSpPr>
        <p:spPr>
          <a:xfrm>
            <a:off x="7787640" y="3429000"/>
            <a:ext cx="294235" cy="18294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0737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</Words>
  <Application>Microsoft Office PowerPoint</Application>
  <PresentationFormat>寬螢幕</PresentationFormat>
  <Paragraphs>31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佈景主題</vt:lpstr>
      <vt:lpstr>DP</vt:lpstr>
      <vt:lpstr>LCS</vt:lpstr>
      <vt:lpstr>LCS</vt:lpstr>
      <vt:lpstr>LCS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崇安 李</dc:creator>
  <cp:lastModifiedBy>崇安 李</cp:lastModifiedBy>
  <cp:revision>1</cp:revision>
  <dcterms:created xsi:type="dcterms:W3CDTF">2026-05-11T09:33:52Z</dcterms:created>
  <dcterms:modified xsi:type="dcterms:W3CDTF">2026-05-11T09:48:18Z</dcterms:modified>
</cp:coreProperties>
</file>