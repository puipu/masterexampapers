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1EDB0-421C-36C7-96EC-53C001338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5B05A-F711-CE04-17F6-08617685C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4216F-FD18-68D9-C1DD-EB935C1C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3AAA-F501-58C3-E635-E69CBD6F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A20E-4563-27EF-712A-1DF8FBEF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25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9238-A07E-ECB4-8394-7CF494AD9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F0DDC-560D-3D5C-7F42-8AEDB36A5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D365-F5BE-9EC8-1ADB-B34CACCB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59909-C12B-4602-6F4D-C1E205A8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DD71B-B2FC-C2F5-8FA5-264AA454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90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8C28-461E-9F96-50D5-E5485209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A7F57-68BA-D102-1624-756B64121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C0E6F-536B-D48C-F8D7-9EF79FE5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30A8A-8031-A322-FA6D-FBB569BB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2DD37-7300-01C7-C66D-BA8C26E2C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51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942B-8F46-37A0-8473-6231D40C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D3FB8-DEF6-827D-27D9-912FB6DCDF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94D6C-F80A-C336-DE0A-4EFF7F05A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1AF87-F8BF-1315-E430-C5BE60F8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BABE9-8936-51EE-15A9-D1539F187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CA03A-A914-5170-2D69-684F93B9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016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2463-E19A-5770-71F4-1F38CE52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CA9C3-7974-DAFF-87AE-DDEFE80A9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AA371-61F7-017D-3391-46BE10E1B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05A22-A91E-857F-2F1F-1C927AD81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A9A93-78B1-BE33-801A-E0DAD5584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2FAC1-3B21-75B4-EF7D-4C47E2F8C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5C78E-E4A8-0AC5-7638-F874306D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5BDB1-32F6-4018-CD4A-9B57A415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00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4B90-2B0D-C893-B023-D8861756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9CD30-99FF-4525-9DA1-91F58D74E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C4B3A-04AA-4995-A9D9-3564D8663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E420E-21A0-F6ED-32F1-4190DBE8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22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679B9E-A8DB-FFCC-CEA6-F6F5CCA3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250EF6-4F48-7B3F-3716-322729A3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0AD40-EBC8-8226-D23B-F0373A19A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703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38CA-2F9A-B96B-84FD-621A84D35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3A586-7523-0947-0A03-86C6A840F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6769A-71DB-CBD4-0432-3A5DD9ED1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2A9C3-38B4-6B29-61DC-BB71ACB8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E070B-2CE6-9E45-B852-F8CBCB23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B31AB-DEE9-E2D3-4A67-5F4D7F48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3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DB4D-B57A-BC78-F57F-1C3CF034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AD1C3-07F3-D591-0928-F0E2EE6CC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315A2-2059-7883-D69A-439A7C915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9A17F-A46A-00A9-D5C9-D6C9CF32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57833-DEB5-8299-EF18-64F25373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F15DD-724A-5FB4-44E5-C1274C8F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472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0869-CC2B-CB11-6686-4E4AFFD6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AE761-96D0-8F0C-2305-46F5E6310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CDD54-7915-8713-67E1-778BC0D3A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F050A-1000-0C0A-99E2-360B3FB86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BE120-0CA3-840E-D349-F1E24A58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2780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2F14E7-7FA8-4151-7D11-A269D5565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D2172-6533-E71F-5291-0EEBE6306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38516-0264-D7D4-F347-A1F08739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AA5CF-96D5-BB4D-F402-63BF46E1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16BAA-9EB9-2F63-9E7E-022857A91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26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A7B13-A7D1-0662-7D13-7596AE6B3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7D8AF-5E23-E073-7CF2-E1656A1AC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577C2-2FB6-D129-B49C-962B6AA65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6621B-E257-4892-B1A6-823854A4A2B2}" type="datetimeFigureOut">
              <a:rPr lang="zh-TW" altLang="en-US" smtClean="0"/>
              <a:t>2026/6/21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A5A6-9C79-9CFB-7B68-B1B69372B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1ABD2-6101-B779-2E0D-B4AB34F50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043D9-560A-471F-983A-2990949AF0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85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BAB8-2A57-7DEB-520E-5EB9F25E1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OS CH1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30865-3AC9-A4C7-B1D7-7CF8C65FD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2026.6.21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545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6F25-3471-C558-2EAE-17E59B31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Multi-processor</a:t>
            </a: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3C95A-5F7D-69BE-3BC0-548DF3F58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8081"/>
            <a:ext cx="4464279" cy="3968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2A2F6-68EA-5891-2C69-D8F63F1BF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123" y="1809469"/>
            <a:ext cx="4419827" cy="4197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8CEC0D-F8BD-38B4-C226-1462CB4BA9C4}"/>
              </a:ext>
            </a:extLst>
          </p:cNvPr>
          <p:cNvSpPr txBox="1"/>
          <p:nvPr/>
        </p:nvSpPr>
        <p:spPr>
          <a:xfrm>
            <a:off x="2887579" y="6169762"/>
            <a:ext cx="6987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on-chip</a:t>
            </a:r>
            <a:r>
              <a:rPr lang="en-US" altLang="zh-TW" dirty="0"/>
              <a:t> communication is faster than </a:t>
            </a:r>
            <a:r>
              <a:rPr lang="en-US" altLang="zh-TW" dirty="0">
                <a:solidFill>
                  <a:srgbClr val="FF0000"/>
                </a:solidFill>
              </a:rPr>
              <a:t>between-chip</a:t>
            </a:r>
            <a:r>
              <a:rPr lang="en-US" altLang="zh-TW" dirty="0"/>
              <a:t> communication</a:t>
            </a:r>
            <a:endParaRPr lang="zh-TW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48C1D7-1D68-B98E-2ED3-EBC306CFF989}"/>
              </a:ext>
            </a:extLst>
          </p:cNvPr>
          <p:cNvCxnSpPr>
            <a:cxnSpLocks/>
          </p:cNvCxnSpPr>
          <p:nvPr/>
        </p:nvCxnSpPr>
        <p:spPr>
          <a:xfrm>
            <a:off x="5621154" y="3599848"/>
            <a:ext cx="9817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47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86861E-4FD6-0259-4B14-D7CDF237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4" y="1533427"/>
            <a:ext cx="7017111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5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OS CH1</vt:lpstr>
      <vt:lpstr>Multi-processor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崇安 李</dc:creator>
  <cp:lastModifiedBy>崇安 李</cp:lastModifiedBy>
  <cp:revision>1</cp:revision>
  <dcterms:created xsi:type="dcterms:W3CDTF">2026-06-21T09:42:09Z</dcterms:created>
  <dcterms:modified xsi:type="dcterms:W3CDTF">2026-06-21T09:48:32Z</dcterms:modified>
</cp:coreProperties>
</file>